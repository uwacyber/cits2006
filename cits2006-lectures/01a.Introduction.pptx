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28" r:id="rId2"/>
    <p:sldMasterId id="2147483740" r:id="rId3"/>
  </p:sldMasterIdLst>
  <p:notesMasterIdLst>
    <p:notesMasterId r:id="rId21"/>
  </p:notesMasterIdLst>
  <p:handoutMasterIdLst>
    <p:handoutMasterId r:id="rId22"/>
  </p:handoutMasterIdLst>
  <p:sldIdLst>
    <p:sldId id="374" r:id="rId4"/>
    <p:sldId id="377" r:id="rId5"/>
    <p:sldId id="378" r:id="rId6"/>
    <p:sldId id="276" r:id="rId7"/>
    <p:sldId id="357" r:id="rId8"/>
    <p:sldId id="358" r:id="rId9"/>
    <p:sldId id="366" r:id="rId10"/>
    <p:sldId id="309" r:id="rId11"/>
    <p:sldId id="312" r:id="rId12"/>
    <p:sldId id="360" r:id="rId13"/>
    <p:sldId id="364" r:id="rId14"/>
    <p:sldId id="375" r:id="rId15"/>
    <p:sldId id="365" r:id="rId16"/>
    <p:sldId id="376" r:id="rId17"/>
    <p:sldId id="361" r:id="rId18"/>
    <p:sldId id="373" r:id="rId19"/>
    <p:sldId id="369" r:id="rId20"/>
  </p:sldIdLst>
  <p:sldSz cx="9144000" cy="5143500" type="screen16x9"/>
  <p:notesSz cx="6858000" cy="9144000"/>
  <p:defaultTextStyle>
    <a:defPPr>
      <a:defRPr lang="en-US"/>
    </a:defPPr>
    <a:lvl1pPr marL="0" algn="l" defTabSz="914147" rtl="0" eaLnBrk="1" latinLnBrk="0" hangingPunct="1">
      <a:defRPr sz="1800" kern="1200">
        <a:solidFill>
          <a:schemeClr val="tx1"/>
        </a:solidFill>
        <a:latin typeface="+mn-lt"/>
        <a:ea typeface="+mn-ea"/>
        <a:cs typeface="+mn-cs"/>
      </a:defRPr>
    </a:lvl1pPr>
    <a:lvl2pPr marL="457079" algn="l" defTabSz="914147" rtl="0" eaLnBrk="1" latinLnBrk="0" hangingPunct="1">
      <a:defRPr sz="1800" kern="1200">
        <a:solidFill>
          <a:schemeClr val="tx1"/>
        </a:solidFill>
        <a:latin typeface="+mn-lt"/>
        <a:ea typeface="+mn-ea"/>
        <a:cs typeface="+mn-cs"/>
      </a:defRPr>
    </a:lvl2pPr>
    <a:lvl3pPr marL="914147" algn="l" defTabSz="914147" rtl="0" eaLnBrk="1" latinLnBrk="0" hangingPunct="1">
      <a:defRPr sz="1800" kern="1200">
        <a:solidFill>
          <a:schemeClr val="tx1"/>
        </a:solidFill>
        <a:latin typeface="+mn-lt"/>
        <a:ea typeface="+mn-ea"/>
        <a:cs typeface="+mn-cs"/>
      </a:defRPr>
    </a:lvl3pPr>
    <a:lvl4pPr marL="1371226" algn="l" defTabSz="914147" rtl="0" eaLnBrk="1" latinLnBrk="0" hangingPunct="1">
      <a:defRPr sz="1800" kern="1200">
        <a:solidFill>
          <a:schemeClr val="tx1"/>
        </a:solidFill>
        <a:latin typeface="+mn-lt"/>
        <a:ea typeface="+mn-ea"/>
        <a:cs typeface="+mn-cs"/>
      </a:defRPr>
    </a:lvl4pPr>
    <a:lvl5pPr marL="1828294" algn="l" defTabSz="914147" rtl="0" eaLnBrk="1" latinLnBrk="0" hangingPunct="1">
      <a:defRPr sz="1800" kern="1200">
        <a:solidFill>
          <a:schemeClr val="tx1"/>
        </a:solidFill>
        <a:latin typeface="+mn-lt"/>
        <a:ea typeface="+mn-ea"/>
        <a:cs typeface="+mn-cs"/>
      </a:defRPr>
    </a:lvl5pPr>
    <a:lvl6pPr marL="2285373" algn="l" defTabSz="914147" rtl="0" eaLnBrk="1" latinLnBrk="0" hangingPunct="1">
      <a:defRPr sz="1800" kern="1200">
        <a:solidFill>
          <a:schemeClr val="tx1"/>
        </a:solidFill>
        <a:latin typeface="+mn-lt"/>
        <a:ea typeface="+mn-ea"/>
        <a:cs typeface="+mn-cs"/>
      </a:defRPr>
    </a:lvl6pPr>
    <a:lvl7pPr marL="2742441" algn="l" defTabSz="914147" rtl="0" eaLnBrk="1" latinLnBrk="0" hangingPunct="1">
      <a:defRPr sz="1800" kern="1200">
        <a:solidFill>
          <a:schemeClr val="tx1"/>
        </a:solidFill>
        <a:latin typeface="+mn-lt"/>
        <a:ea typeface="+mn-ea"/>
        <a:cs typeface="+mn-cs"/>
      </a:defRPr>
    </a:lvl7pPr>
    <a:lvl8pPr marL="3199520" algn="l" defTabSz="914147" rtl="0" eaLnBrk="1" latinLnBrk="0" hangingPunct="1">
      <a:defRPr sz="1800" kern="1200">
        <a:solidFill>
          <a:schemeClr val="tx1"/>
        </a:solidFill>
        <a:latin typeface="+mn-lt"/>
        <a:ea typeface="+mn-ea"/>
        <a:cs typeface="+mn-cs"/>
      </a:defRPr>
    </a:lvl8pPr>
    <a:lvl9pPr marL="3656598" algn="l" defTabSz="91414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9A53909-AC82-4513-850C-ADB6D073DCE5}">
          <p14:sldIdLst>
            <p14:sldId id="374"/>
            <p14:sldId id="377"/>
            <p14:sldId id="378"/>
          </p14:sldIdLst>
        </p14:section>
        <p14:section name="Untitled Section" id="{07C71DDA-C5BD-4765-B32F-42858A7813AB}">
          <p14:sldIdLst>
            <p14:sldId id="276"/>
            <p14:sldId id="357"/>
            <p14:sldId id="358"/>
            <p14:sldId id="366"/>
            <p14:sldId id="309"/>
            <p14:sldId id="312"/>
            <p14:sldId id="360"/>
            <p14:sldId id="364"/>
            <p14:sldId id="375"/>
            <p14:sldId id="365"/>
            <p14:sldId id="376"/>
            <p14:sldId id="361"/>
            <p14:sldId id="373"/>
            <p14:sldId id="369"/>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n Hong" initials="JH" lastIdx="1" clrIdx="0">
    <p:extLst>
      <p:ext uri="{19B8F6BF-5375-455C-9EA6-DF929625EA0E}">
        <p15:presenceInfo xmlns:p15="http://schemas.microsoft.com/office/powerpoint/2012/main" userId="S-1-5-21-905479342-1514983418-1536837410-45579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7777"/>
    <a:srgbClr val="2F35AD"/>
    <a:srgbClr val="2D46AF"/>
    <a:srgbClr val="1616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6939F7-ECBD-5545-AC5C-A4A62887EEFF}" v="31" dt="2026-02-12T05:41:51.5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91983" autoAdjust="0"/>
  </p:normalViewPr>
  <p:slideViewPr>
    <p:cSldViewPr>
      <p:cViewPr varScale="1">
        <p:scale>
          <a:sx n="100" d="100"/>
          <a:sy n="100" d="100"/>
        </p:scale>
        <p:origin x="134" y="72"/>
      </p:cViewPr>
      <p:guideLst>
        <p:guide orient="horz" pos="1620"/>
        <p:guide pos="2880"/>
      </p:guideLst>
    </p:cSldViewPr>
  </p:slideViewPr>
  <p:notesTextViewPr>
    <p:cViewPr>
      <p:scale>
        <a:sx n="3" d="2"/>
        <a:sy n="3" d="2"/>
      </p:scale>
      <p:origin x="0" y="0"/>
    </p:cViewPr>
  </p:notesTextViewPr>
  <p:notesViewPr>
    <p:cSldViewPr>
      <p:cViewPr varScale="1">
        <p:scale>
          <a:sx n="59" d="100"/>
          <a:sy n="59" d="100"/>
        </p:scale>
        <p:origin x="183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n Hong" userId="e63182cd-b1d3-4d4c-982e-367663671017" providerId="ADAL" clId="{BE1C8BA7-ACCF-5C60-BE0B-562FEB83EAAB}"/>
    <pc:docChg chg="undo redo custSel modSld">
      <pc:chgData name="Jin Hong" userId="e63182cd-b1d3-4d4c-982e-367663671017" providerId="ADAL" clId="{BE1C8BA7-ACCF-5C60-BE0B-562FEB83EAAB}" dt="2026-02-12T05:42:32.126" v="1340" actId="20577"/>
      <pc:docMkLst>
        <pc:docMk/>
      </pc:docMkLst>
      <pc:sldChg chg="addSp delSp modSp mod">
        <pc:chgData name="Jin Hong" userId="e63182cd-b1d3-4d4c-982e-367663671017" providerId="ADAL" clId="{BE1C8BA7-ACCF-5C60-BE0B-562FEB83EAAB}" dt="2026-02-12T04:45:13.837" v="119" actId="14100"/>
        <pc:sldMkLst>
          <pc:docMk/>
          <pc:sldMk cId="4215697357" sldId="276"/>
        </pc:sldMkLst>
        <pc:spChg chg="mod">
          <ac:chgData name="Jin Hong" userId="e63182cd-b1d3-4d4c-982e-367663671017" providerId="ADAL" clId="{BE1C8BA7-ACCF-5C60-BE0B-562FEB83EAAB}" dt="2026-02-12T04:43:19.315" v="26" actId="20577"/>
          <ac:spMkLst>
            <pc:docMk/>
            <pc:sldMk cId="4215697357" sldId="276"/>
            <ac:spMk id="6" creationId="{823E95F5-393A-43E7-9F14-C47021EF0545}"/>
          </ac:spMkLst>
        </pc:spChg>
        <pc:spChg chg="mod">
          <ac:chgData name="Jin Hong" userId="e63182cd-b1d3-4d4c-982e-367663671017" providerId="ADAL" clId="{BE1C8BA7-ACCF-5C60-BE0B-562FEB83EAAB}" dt="2026-02-12T04:43:37.158" v="50" actId="20577"/>
          <ac:spMkLst>
            <pc:docMk/>
            <pc:sldMk cId="4215697357" sldId="276"/>
            <ac:spMk id="7" creationId="{0B403A3E-5FF0-4752-8688-39CA304628D9}"/>
          </ac:spMkLst>
        </pc:spChg>
        <pc:spChg chg="add mod">
          <ac:chgData name="Jin Hong" userId="e63182cd-b1d3-4d4c-982e-367663671017" providerId="ADAL" clId="{BE1C8BA7-ACCF-5C60-BE0B-562FEB83EAAB}" dt="2026-02-12T04:44:21.862" v="113" actId="14100"/>
          <ac:spMkLst>
            <pc:docMk/>
            <pc:sldMk cId="4215697357" sldId="276"/>
            <ac:spMk id="9" creationId="{6C98F35D-4522-24CE-ADA1-780FB38522A9}"/>
          </ac:spMkLst>
        </pc:spChg>
        <pc:spChg chg="mod">
          <ac:chgData name="Jin Hong" userId="e63182cd-b1d3-4d4c-982e-367663671017" providerId="ADAL" clId="{BE1C8BA7-ACCF-5C60-BE0B-562FEB83EAAB}" dt="2026-02-12T04:43:58.451" v="87" actId="20577"/>
          <ac:spMkLst>
            <pc:docMk/>
            <pc:sldMk cId="4215697357" sldId="276"/>
            <ac:spMk id="10" creationId="{C0BF7972-4E11-CD01-5478-0E3658F99195}"/>
          </ac:spMkLst>
        </pc:spChg>
        <pc:picChg chg="del">
          <ac:chgData name="Jin Hong" userId="e63182cd-b1d3-4d4c-982e-367663671017" providerId="ADAL" clId="{BE1C8BA7-ACCF-5C60-BE0B-562FEB83EAAB}" dt="2026-02-12T04:42:58.636" v="2" actId="478"/>
          <ac:picMkLst>
            <pc:docMk/>
            <pc:sldMk cId="4215697357" sldId="276"/>
            <ac:picMk id="3" creationId="{9FBFD8A1-9E7B-D641-87B8-27D0E9F58739}"/>
          </ac:picMkLst>
        </pc:picChg>
        <pc:picChg chg="add del mod">
          <ac:chgData name="Jin Hong" userId="e63182cd-b1d3-4d4c-982e-367663671017" providerId="ADAL" clId="{BE1C8BA7-ACCF-5C60-BE0B-562FEB83EAAB}" dt="2026-02-12T04:43:51.614" v="67" actId="478"/>
          <ac:picMkLst>
            <pc:docMk/>
            <pc:sldMk cId="4215697357" sldId="276"/>
            <ac:picMk id="4" creationId="{46FD7123-CC6C-2D34-CE4B-FEAD28453D3E}"/>
          </ac:picMkLst>
        </pc:picChg>
        <pc:picChg chg="mod">
          <ac:chgData name="Jin Hong" userId="e63182cd-b1d3-4d4c-982e-367663671017" providerId="ADAL" clId="{BE1C8BA7-ACCF-5C60-BE0B-562FEB83EAAB}" dt="2026-02-12T04:43:45.601" v="64" actId="1036"/>
          <ac:picMkLst>
            <pc:docMk/>
            <pc:sldMk cId="4215697357" sldId="276"/>
            <ac:picMk id="8" creationId="{722B97B0-3151-4252-AEDC-B7D6179E068B}"/>
          </ac:picMkLst>
        </pc:picChg>
        <pc:picChg chg="add mod">
          <ac:chgData name="Jin Hong" userId="e63182cd-b1d3-4d4c-982e-367663671017" providerId="ADAL" clId="{BE1C8BA7-ACCF-5C60-BE0B-562FEB83EAAB}" dt="2026-02-12T04:45:13.837" v="119" actId="14100"/>
          <ac:picMkLst>
            <pc:docMk/>
            <pc:sldMk cId="4215697357" sldId="276"/>
            <ac:picMk id="11" creationId="{DBC0347E-15C1-3BC8-B931-E5FBB599F403}"/>
          </ac:picMkLst>
        </pc:picChg>
        <pc:picChg chg="del">
          <ac:chgData name="Jin Hong" userId="e63182cd-b1d3-4d4c-982e-367663671017" providerId="ADAL" clId="{BE1C8BA7-ACCF-5C60-BE0B-562FEB83EAAB}" dt="2026-02-12T04:42:57.489" v="0" actId="478"/>
          <ac:picMkLst>
            <pc:docMk/>
            <pc:sldMk cId="4215697357" sldId="276"/>
            <ac:picMk id="13" creationId="{48128F33-B324-FE1C-3F3D-11A72575CD65}"/>
          </ac:picMkLst>
        </pc:picChg>
        <pc:picChg chg="del">
          <ac:chgData name="Jin Hong" userId="e63182cd-b1d3-4d4c-982e-367663671017" providerId="ADAL" clId="{BE1C8BA7-ACCF-5C60-BE0B-562FEB83EAAB}" dt="2026-02-12T04:42:58.066" v="1" actId="478"/>
          <ac:picMkLst>
            <pc:docMk/>
            <pc:sldMk cId="4215697357" sldId="276"/>
            <ac:picMk id="1026" creationId="{39ADA07C-3C3E-FCD1-CF44-FF84A1F65A73}"/>
          </ac:picMkLst>
        </pc:picChg>
        <pc:picChg chg="del">
          <ac:chgData name="Jin Hong" userId="e63182cd-b1d3-4d4c-982e-367663671017" providerId="ADAL" clId="{BE1C8BA7-ACCF-5C60-BE0B-562FEB83EAAB}" dt="2026-02-12T04:42:59.086" v="3" actId="478"/>
          <ac:picMkLst>
            <pc:docMk/>
            <pc:sldMk cId="4215697357" sldId="276"/>
            <ac:picMk id="1030" creationId="{14E85287-9576-45C9-30CB-6A5C5DA9D7A9}"/>
          </ac:picMkLst>
        </pc:picChg>
      </pc:sldChg>
      <pc:sldChg chg="addSp delSp modSp mod">
        <pc:chgData name="Jin Hong" userId="e63182cd-b1d3-4d4c-982e-367663671017" providerId="ADAL" clId="{BE1C8BA7-ACCF-5C60-BE0B-562FEB83EAAB}" dt="2026-02-12T05:42:32.126" v="1340" actId="20577"/>
        <pc:sldMkLst>
          <pc:docMk/>
          <pc:sldMk cId="2563439105" sldId="309"/>
        </pc:sldMkLst>
        <pc:spChg chg="mod">
          <ac:chgData name="Jin Hong" userId="e63182cd-b1d3-4d4c-982e-367663671017" providerId="ADAL" clId="{BE1C8BA7-ACCF-5C60-BE0B-562FEB83EAAB}" dt="2026-02-12T05:22:21.736" v="319" actId="20577"/>
          <ac:spMkLst>
            <pc:docMk/>
            <pc:sldMk cId="2563439105" sldId="309"/>
            <ac:spMk id="4" creationId="{00000000-0000-0000-0000-000000000000}"/>
          </ac:spMkLst>
        </pc:spChg>
        <pc:graphicFrameChg chg="mod modGraphic">
          <ac:chgData name="Jin Hong" userId="e63182cd-b1d3-4d4c-982e-367663671017" providerId="ADAL" clId="{BE1C8BA7-ACCF-5C60-BE0B-562FEB83EAAB}" dt="2026-02-12T05:42:32.126" v="1340" actId="20577"/>
          <ac:graphicFrameMkLst>
            <pc:docMk/>
            <pc:sldMk cId="2563439105" sldId="309"/>
            <ac:graphicFrameMk id="6" creationId="{6E9CEB7D-931F-4735-A2A3-50E3F765923A}"/>
          </ac:graphicFrameMkLst>
        </pc:graphicFrameChg>
        <pc:graphicFrameChg chg="add del mod">
          <ac:chgData name="Jin Hong" userId="e63182cd-b1d3-4d4c-982e-367663671017" providerId="ADAL" clId="{BE1C8BA7-ACCF-5C60-BE0B-562FEB83EAAB}" dt="2026-02-12T05:15:54.809" v="273" actId="21"/>
          <ac:graphicFrameMkLst>
            <pc:docMk/>
            <pc:sldMk cId="2563439105" sldId="309"/>
            <ac:graphicFrameMk id="7" creationId="{7BCEFF46-6E29-EF96-EA30-43D2F1B62A58}"/>
          </ac:graphicFrameMkLst>
        </pc:graphicFrameChg>
      </pc:sldChg>
      <pc:sldChg chg="addSp delSp modSp mod">
        <pc:chgData name="Jin Hong" userId="e63182cd-b1d3-4d4c-982e-367663671017" providerId="ADAL" clId="{BE1C8BA7-ACCF-5C60-BE0B-562FEB83EAAB}" dt="2026-02-12T05:42:23.191" v="1319" actId="20577"/>
        <pc:sldMkLst>
          <pc:docMk/>
          <pc:sldMk cId="2694718842" sldId="312"/>
        </pc:sldMkLst>
        <pc:spChg chg="mod">
          <ac:chgData name="Jin Hong" userId="e63182cd-b1d3-4d4c-982e-367663671017" providerId="ADAL" clId="{BE1C8BA7-ACCF-5C60-BE0B-562FEB83EAAB}" dt="2026-02-12T05:22:25.473" v="320"/>
          <ac:spMkLst>
            <pc:docMk/>
            <pc:sldMk cId="2694718842" sldId="312"/>
            <ac:spMk id="4" creationId="{00000000-0000-0000-0000-000000000000}"/>
          </ac:spMkLst>
        </pc:spChg>
        <pc:graphicFrameChg chg="add mod modGraphic">
          <ac:chgData name="Jin Hong" userId="e63182cd-b1d3-4d4c-982e-367663671017" providerId="ADAL" clId="{BE1C8BA7-ACCF-5C60-BE0B-562FEB83EAAB}" dt="2026-02-12T05:42:23.191" v="1319" actId="20577"/>
          <ac:graphicFrameMkLst>
            <pc:docMk/>
            <pc:sldMk cId="2694718842" sldId="312"/>
            <ac:graphicFrameMk id="2" creationId="{17FD98A0-3228-6863-760D-28AEEE4B65DE}"/>
          </ac:graphicFrameMkLst>
        </pc:graphicFrameChg>
        <pc:graphicFrameChg chg="del mod modGraphic">
          <ac:chgData name="Jin Hong" userId="e63182cd-b1d3-4d4c-982e-367663671017" providerId="ADAL" clId="{BE1C8BA7-ACCF-5C60-BE0B-562FEB83EAAB}" dt="2026-02-12T05:15:50.506" v="266" actId="21"/>
          <ac:graphicFrameMkLst>
            <pc:docMk/>
            <pc:sldMk cId="2694718842" sldId="312"/>
            <ac:graphicFrameMk id="5" creationId="{00000000-0000-0000-0000-000000000000}"/>
          </ac:graphicFrameMkLst>
        </pc:graphicFrameChg>
      </pc:sldChg>
      <pc:sldChg chg="modSp mod">
        <pc:chgData name="Jin Hong" userId="e63182cd-b1d3-4d4c-982e-367663671017" providerId="ADAL" clId="{BE1C8BA7-ACCF-5C60-BE0B-562FEB83EAAB}" dt="2026-02-12T04:47:09.322" v="240" actId="20577"/>
        <pc:sldMkLst>
          <pc:docMk/>
          <pc:sldMk cId="3921763365" sldId="358"/>
        </pc:sldMkLst>
        <pc:spChg chg="mod">
          <ac:chgData name="Jin Hong" userId="e63182cd-b1d3-4d4c-982e-367663671017" providerId="ADAL" clId="{BE1C8BA7-ACCF-5C60-BE0B-562FEB83EAAB}" dt="2026-02-12T04:47:09.322" v="240" actId="20577"/>
          <ac:spMkLst>
            <pc:docMk/>
            <pc:sldMk cId="3921763365" sldId="358"/>
            <ac:spMk id="3" creationId="{00000000-0000-0000-0000-000000000000}"/>
          </ac:spMkLst>
        </pc:spChg>
      </pc:sldChg>
      <pc:sldChg chg="modSp mod">
        <pc:chgData name="Jin Hong" userId="e63182cd-b1d3-4d4c-982e-367663671017" providerId="ADAL" clId="{BE1C8BA7-ACCF-5C60-BE0B-562FEB83EAAB}" dt="2026-02-12T05:23:23.759" v="338" actId="20577"/>
        <pc:sldMkLst>
          <pc:docMk/>
          <pc:sldMk cId="191350887" sldId="360"/>
        </pc:sldMkLst>
        <pc:graphicFrameChg chg="modGraphic">
          <ac:chgData name="Jin Hong" userId="e63182cd-b1d3-4d4c-982e-367663671017" providerId="ADAL" clId="{BE1C8BA7-ACCF-5C60-BE0B-562FEB83EAAB}" dt="2026-02-12T05:23:23.759" v="338" actId="20577"/>
          <ac:graphicFrameMkLst>
            <pc:docMk/>
            <pc:sldMk cId="191350887" sldId="360"/>
            <ac:graphicFrameMk id="5" creationId="{00000000-0000-0000-0000-000000000000}"/>
          </ac:graphicFrameMkLst>
        </pc:graphicFrameChg>
      </pc:sldChg>
      <pc:sldChg chg="modSp mod">
        <pc:chgData name="Jin Hong" userId="e63182cd-b1d3-4d4c-982e-367663671017" providerId="ADAL" clId="{BE1C8BA7-ACCF-5C60-BE0B-562FEB83EAAB}" dt="2026-02-12T05:28:58.601" v="747" actId="20577"/>
        <pc:sldMkLst>
          <pc:docMk/>
          <pc:sldMk cId="4205479160" sldId="365"/>
        </pc:sldMkLst>
        <pc:spChg chg="mod">
          <ac:chgData name="Jin Hong" userId="e63182cd-b1d3-4d4c-982e-367663671017" providerId="ADAL" clId="{BE1C8BA7-ACCF-5C60-BE0B-562FEB83EAAB}" dt="2026-02-12T05:28:58.601" v="747" actId="20577"/>
          <ac:spMkLst>
            <pc:docMk/>
            <pc:sldMk cId="4205479160" sldId="365"/>
            <ac:spMk id="3" creationId="{0267A9EC-92BF-4C49-9650-2BDDD304510B}"/>
          </ac:spMkLst>
        </pc:spChg>
      </pc:sldChg>
      <pc:sldChg chg="addSp delSp modSp mod">
        <pc:chgData name="Jin Hong" userId="e63182cd-b1d3-4d4c-982e-367663671017" providerId="ADAL" clId="{BE1C8BA7-ACCF-5C60-BE0B-562FEB83EAAB}" dt="2026-02-12T05:12:49.062" v="248" actId="1076"/>
        <pc:sldMkLst>
          <pc:docMk/>
          <pc:sldMk cId="2121063541" sldId="366"/>
        </pc:sldMkLst>
        <pc:picChg chg="add mod">
          <ac:chgData name="Jin Hong" userId="e63182cd-b1d3-4d4c-982e-367663671017" providerId="ADAL" clId="{BE1C8BA7-ACCF-5C60-BE0B-562FEB83EAAB}" dt="2026-02-12T05:12:49.062" v="248" actId="1076"/>
          <ac:picMkLst>
            <pc:docMk/>
            <pc:sldMk cId="2121063541" sldId="366"/>
            <ac:picMk id="3" creationId="{8760A9A4-7EDD-9BD1-E475-C4D15AB2E684}"/>
          </ac:picMkLst>
        </pc:picChg>
        <pc:picChg chg="add del">
          <ac:chgData name="Jin Hong" userId="e63182cd-b1d3-4d4c-982e-367663671017" providerId="ADAL" clId="{BE1C8BA7-ACCF-5C60-BE0B-562FEB83EAAB}" dt="2026-02-12T05:12:45.633" v="246" actId="478"/>
          <ac:picMkLst>
            <pc:docMk/>
            <pc:sldMk cId="2121063541" sldId="366"/>
            <ac:picMk id="4" creationId="{A0D5B2A1-C869-4E63-745B-6D3468382149}"/>
          </ac:picMkLst>
        </pc:picChg>
      </pc:sldChg>
      <pc:sldChg chg="modSp mod">
        <pc:chgData name="Jin Hong" userId="e63182cd-b1d3-4d4c-982e-367663671017" providerId="ADAL" clId="{BE1C8BA7-ACCF-5C60-BE0B-562FEB83EAAB}" dt="2026-02-12T05:32:47.754" v="1261" actId="20577"/>
        <pc:sldMkLst>
          <pc:docMk/>
          <pc:sldMk cId="269661407" sldId="373"/>
        </pc:sldMkLst>
        <pc:spChg chg="mod">
          <ac:chgData name="Jin Hong" userId="e63182cd-b1d3-4d4c-982e-367663671017" providerId="ADAL" clId="{BE1C8BA7-ACCF-5C60-BE0B-562FEB83EAAB}" dt="2026-02-12T05:32:47.754" v="1261" actId="20577"/>
          <ac:spMkLst>
            <pc:docMk/>
            <pc:sldMk cId="269661407" sldId="373"/>
            <ac:spMk id="3" creationId="{3EFF38BE-860A-4F75-85BE-75444DEE5BAC}"/>
          </ac:spMkLst>
        </pc:spChg>
      </pc:sldChg>
      <pc:sldChg chg="modSp mod">
        <pc:chgData name="Jin Hong" userId="e63182cd-b1d3-4d4c-982e-367663671017" providerId="ADAL" clId="{BE1C8BA7-ACCF-5C60-BE0B-562FEB83EAAB}" dt="2026-02-12T05:24:57.282" v="394" actId="20577"/>
        <pc:sldMkLst>
          <pc:docMk/>
          <pc:sldMk cId="1387831327" sldId="375"/>
        </pc:sldMkLst>
        <pc:spChg chg="mod">
          <ac:chgData name="Jin Hong" userId="e63182cd-b1d3-4d4c-982e-367663671017" providerId="ADAL" clId="{BE1C8BA7-ACCF-5C60-BE0B-562FEB83EAAB}" dt="2026-02-12T05:24:57.282" v="394" actId="20577"/>
          <ac:spMkLst>
            <pc:docMk/>
            <pc:sldMk cId="1387831327" sldId="375"/>
            <ac:spMk id="3" creationId="{0267A9EC-92BF-4C49-9650-2BDDD304510B}"/>
          </ac:spMkLst>
        </pc:spChg>
      </pc:sldChg>
      <pc:sldChg chg="modSp mod">
        <pc:chgData name="Jin Hong" userId="e63182cd-b1d3-4d4c-982e-367663671017" providerId="ADAL" clId="{BE1C8BA7-ACCF-5C60-BE0B-562FEB83EAAB}" dt="2026-02-12T05:31:12.214" v="1192" actId="20577"/>
        <pc:sldMkLst>
          <pc:docMk/>
          <pc:sldMk cId="303203637" sldId="376"/>
        </pc:sldMkLst>
        <pc:spChg chg="mod">
          <ac:chgData name="Jin Hong" userId="e63182cd-b1d3-4d4c-982e-367663671017" providerId="ADAL" clId="{BE1C8BA7-ACCF-5C60-BE0B-562FEB83EAAB}" dt="2026-02-12T05:31:12.214" v="1192" actId="20577"/>
          <ac:spMkLst>
            <pc:docMk/>
            <pc:sldMk cId="303203637" sldId="376"/>
            <ac:spMk id="3" creationId="{4F9C3DF3-E4BA-9F7A-72EC-6B8C2F6941D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7BD7FDC-0C29-4EE5-A065-1052CFD783C1}" type="datetimeFigureOut">
              <a:rPr lang="en-AU" smtClean="0"/>
              <a:t>20/02/2026</a:t>
            </a:fld>
            <a:endParaRPr lang="en-AU"/>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9B59C5-AD43-4BC9-87AB-EFD5F91FFFD6}" type="slidenum">
              <a:rPr lang="en-AU" smtClean="0"/>
              <a:t>‹#›</a:t>
            </a:fld>
            <a:endParaRPr lang="en-AU"/>
          </a:p>
        </p:txBody>
      </p:sp>
    </p:spTree>
    <p:extLst>
      <p:ext uri="{BB962C8B-B14F-4D97-AF65-F5344CB8AC3E}">
        <p14:creationId xmlns:p14="http://schemas.microsoft.com/office/powerpoint/2010/main" val="38015251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A4C0B5-F0D7-4B47-9B00-811CCE86A207}" type="datetimeFigureOut">
              <a:rPr lang="en-AU" smtClean="0"/>
              <a:t>20/02/2026</a:t>
            </a:fld>
            <a:endParaRPr lang="en-AU"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C3088D-F300-4D15-B8E0-972016C40E3C}" type="slidenum">
              <a:rPr lang="en-AU" smtClean="0"/>
              <a:t>‹#›</a:t>
            </a:fld>
            <a:endParaRPr lang="en-AU" dirty="0"/>
          </a:p>
        </p:txBody>
      </p:sp>
    </p:spTree>
    <p:extLst>
      <p:ext uri="{BB962C8B-B14F-4D97-AF65-F5344CB8AC3E}">
        <p14:creationId xmlns:p14="http://schemas.microsoft.com/office/powerpoint/2010/main" val="4138879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C3088D-F300-4D15-B8E0-972016C40E3C}" type="slidenum">
              <a:rPr lang="en-AU" smtClean="0"/>
              <a:t>4</a:t>
            </a:fld>
            <a:endParaRPr lang="en-AU" dirty="0"/>
          </a:p>
        </p:txBody>
      </p:sp>
    </p:spTree>
    <p:extLst>
      <p:ext uri="{BB962C8B-B14F-4D97-AF65-F5344CB8AC3E}">
        <p14:creationId xmlns:p14="http://schemas.microsoft.com/office/powerpoint/2010/main" val="3517312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C3088D-F300-4D15-B8E0-972016C40E3C}" type="slidenum">
              <a:rPr lang="en-AU" smtClean="0"/>
              <a:t>17</a:t>
            </a:fld>
            <a:endParaRPr lang="en-AU" dirty="0"/>
          </a:p>
        </p:txBody>
      </p:sp>
    </p:spTree>
    <p:extLst>
      <p:ext uri="{BB962C8B-B14F-4D97-AF65-F5344CB8AC3E}">
        <p14:creationId xmlns:p14="http://schemas.microsoft.com/office/powerpoint/2010/main" val="2956483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Shape 11"/>
          <p:cNvSpPr>
            <a:spLocks noGrp="1"/>
          </p:cNvSpPr>
          <p:nvPr>
            <p:ph type="title"/>
          </p:nvPr>
        </p:nvSpPr>
        <p:spPr>
          <a:xfrm>
            <a:off x="1812741" y="863960"/>
            <a:ext cx="5518547" cy="1741289"/>
          </a:xfrm>
          <a:prstGeom prst="rect">
            <a:avLst/>
          </a:prstGeom>
        </p:spPr>
        <p:txBody>
          <a:bodyPr anchor="b"/>
          <a:lstStyle/>
          <a:p>
            <a:r>
              <a:t>Title Text</a:t>
            </a:r>
          </a:p>
        </p:txBody>
      </p:sp>
      <p:sp>
        <p:nvSpPr>
          <p:cNvPr id="12" name="Shape 12"/>
          <p:cNvSpPr>
            <a:spLocks noGrp="1"/>
          </p:cNvSpPr>
          <p:nvPr>
            <p:ph type="body" sz="quarter" idx="1"/>
          </p:nvPr>
        </p:nvSpPr>
        <p:spPr>
          <a:xfrm>
            <a:off x="1812741" y="2652133"/>
            <a:ext cx="5518547" cy="596057"/>
          </a:xfrm>
          <a:prstGeom prst="rect">
            <a:avLst/>
          </a:prstGeom>
        </p:spPr>
        <p:txBody>
          <a:bodyPr anchor="t"/>
          <a:lstStyle>
            <a:lvl1pPr marL="0" indent="0" algn="ctr">
              <a:spcBef>
                <a:spcPts val="0"/>
              </a:spcBef>
              <a:buSzTx/>
              <a:buNone/>
              <a:defRPr sz="1800"/>
            </a:lvl1pPr>
            <a:lvl2pPr marL="0" indent="95988" algn="ctr">
              <a:spcBef>
                <a:spcPts val="0"/>
              </a:spcBef>
              <a:buSzTx/>
              <a:buNone/>
              <a:defRPr sz="1800"/>
            </a:lvl2pPr>
            <a:lvl3pPr marL="0" indent="191965" algn="ctr">
              <a:spcBef>
                <a:spcPts val="0"/>
              </a:spcBef>
              <a:buSzTx/>
              <a:buNone/>
              <a:defRPr sz="1800"/>
            </a:lvl3pPr>
            <a:lvl4pPr marL="0" indent="287951" algn="ctr">
              <a:spcBef>
                <a:spcPts val="0"/>
              </a:spcBef>
              <a:buSzTx/>
              <a:buNone/>
              <a:defRPr sz="1800"/>
            </a:lvl4pPr>
            <a:lvl5pPr marL="0" indent="383938" algn="ctr">
              <a:spcBef>
                <a:spcPts val="0"/>
              </a:spcBef>
              <a:buSzTx/>
              <a:buNone/>
              <a:defRPr sz="1800"/>
            </a:lvl5pPr>
          </a:lstStyle>
          <a:p>
            <a:r>
              <a:t>Body Level One</a:t>
            </a:r>
          </a:p>
          <a:p>
            <a:pPr lvl="1"/>
            <a:r>
              <a:t>Body Level Two</a:t>
            </a:r>
          </a:p>
          <a:p>
            <a:pPr lvl="2"/>
            <a:r>
              <a:t>Body Level Three</a:t>
            </a:r>
          </a:p>
          <a:p>
            <a:pPr lvl="3"/>
            <a:r>
              <a:t>Body Level Four</a:t>
            </a:r>
          </a:p>
          <a:p>
            <a:pPr lvl="4"/>
            <a:r>
              <a:t>Body Level Five</a:t>
            </a:r>
          </a:p>
        </p:txBody>
      </p:sp>
      <p:sp>
        <p:nvSpPr>
          <p:cNvPr id="13" name="Shape 13"/>
          <p:cNvSpPr>
            <a:spLocks noGrp="1"/>
          </p:cNvSpPr>
          <p:nvPr>
            <p:ph type="sldNum" sz="quarter" idx="2"/>
          </p:nvPr>
        </p:nvSpPr>
        <p:spPr>
          <a:xfrm>
            <a:off x="4459810" y="4878958"/>
            <a:ext cx="217666" cy="214460"/>
          </a:xfrm>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216869774"/>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Shape 20"/>
          <p:cNvSpPr>
            <a:spLocks noGrp="1"/>
          </p:cNvSpPr>
          <p:nvPr>
            <p:ph type="pic" sz="half" idx="13"/>
          </p:nvPr>
        </p:nvSpPr>
        <p:spPr>
          <a:xfrm>
            <a:off x="1990209" y="334864"/>
            <a:ext cx="5156895" cy="3120926"/>
          </a:xfrm>
          <a:prstGeom prst="rect">
            <a:avLst/>
          </a:prstGeom>
        </p:spPr>
        <p:txBody>
          <a:bodyPr lIns="38393" tIns="19202" rIns="38393" bIns="19202" anchor="t">
            <a:noAutofit/>
          </a:bodyPr>
          <a:lstStyle/>
          <a:p>
            <a:endParaRPr dirty="0"/>
          </a:p>
        </p:txBody>
      </p:sp>
      <p:sp>
        <p:nvSpPr>
          <p:cNvPr id="21" name="Shape 21"/>
          <p:cNvSpPr>
            <a:spLocks noGrp="1"/>
          </p:cNvSpPr>
          <p:nvPr>
            <p:ph type="title"/>
          </p:nvPr>
        </p:nvSpPr>
        <p:spPr>
          <a:xfrm>
            <a:off x="1812741" y="3542869"/>
            <a:ext cx="5518547" cy="750095"/>
          </a:xfrm>
          <a:prstGeom prst="rect">
            <a:avLst/>
          </a:prstGeom>
        </p:spPr>
        <p:txBody>
          <a:bodyPr anchor="b"/>
          <a:lstStyle/>
          <a:p>
            <a:r>
              <a:t>Title Text</a:t>
            </a:r>
          </a:p>
        </p:txBody>
      </p:sp>
      <p:sp>
        <p:nvSpPr>
          <p:cNvPr id="22" name="Shape 22"/>
          <p:cNvSpPr>
            <a:spLocks noGrp="1"/>
          </p:cNvSpPr>
          <p:nvPr>
            <p:ph type="body" sz="quarter" idx="1"/>
          </p:nvPr>
        </p:nvSpPr>
        <p:spPr>
          <a:xfrm>
            <a:off x="1812741" y="4319752"/>
            <a:ext cx="5518547" cy="596057"/>
          </a:xfrm>
          <a:prstGeom prst="rect">
            <a:avLst/>
          </a:prstGeom>
        </p:spPr>
        <p:txBody>
          <a:bodyPr anchor="t"/>
          <a:lstStyle>
            <a:lvl1pPr marL="0" indent="0" algn="ctr">
              <a:spcBef>
                <a:spcPts val="0"/>
              </a:spcBef>
              <a:buSzTx/>
              <a:buNone/>
              <a:defRPr sz="1800">
                <a:latin typeface="Helvetica Light"/>
                <a:ea typeface="Helvetica Light"/>
                <a:cs typeface="Helvetica Light"/>
                <a:sym typeface="Helvetica Light"/>
              </a:defRPr>
            </a:lvl1pPr>
            <a:lvl2pPr marL="0" indent="95988" algn="ctr">
              <a:spcBef>
                <a:spcPts val="0"/>
              </a:spcBef>
              <a:buSzTx/>
              <a:buNone/>
              <a:defRPr sz="1800">
                <a:latin typeface="Helvetica Light"/>
                <a:ea typeface="Helvetica Light"/>
                <a:cs typeface="Helvetica Light"/>
                <a:sym typeface="Helvetica Light"/>
              </a:defRPr>
            </a:lvl2pPr>
            <a:lvl3pPr marL="0" indent="191965" algn="ctr">
              <a:spcBef>
                <a:spcPts val="0"/>
              </a:spcBef>
              <a:buSzTx/>
              <a:buNone/>
              <a:defRPr sz="1800">
                <a:latin typeface="Helvetica Light"/>
                <a:ea typeface="Helvetica Light"/>
                <a:cs typeface="Helvetica Light"/>
                <a:sym typeface="Helvetica Light"/>
              </a:defRPr>
            </a:lvl3pPr>
            <a:lvl4pPr marL="0" indent="287951" algn="ctr">
              <a:spcBef>
                <a:spcPts val="0"/>
              </a:spcBef>
              <a:buSzTx/>
              <a:buNone/>
              <a:defRPr sz="1800">
                <a:latin typeface="Helvetica Light"/>
                <a:ea typeface="Helvetica Light"/>
                <a:cs typeface="Helvetica Light"/>
                <a:sym typeface="Helvetica Light"/>
              </a:defRPr>
            </a:lvl4pPr>
            <a:lvl5pPr marL="0" indent="383938" algn="ctr">
              <a:spcBef>
                <a:spcPts val="0"/>
              </a:spcBef>
              <a:buSzTx/>
              <a:buNone/>
              <a:defRPr sz="1800">
                <a:latin typeface="Helvetica Light"/>
                <a:ea typeface="Helvetica Light"/>
                <a:cs typeface="Helvetica Light"/>
                <a:sym typeface="Helvetica Light"/>
              </a:defRPr>
            </a:lvl5pPr>
          </a:lstStyle>
          <a:p>
            <a:r>
              <a:t>Body Level One</a:t>
            </a:r>
          </a:p>
          <a:p>
            <a:pPr lvl="1"/>
            <a:r>
              <a:t>Body Level Two</a:t>
            </a:r>
          </a:p>
          <a:p>
            <a:pPr lvl="2"/>
            <a:r>
              <a:t>Body Level Three</a:t>
            </a:r>
          </a:p>
          <a:p>
            <a:pPr lvl="3"/>
            <a:r>
              <a:t>Body Level Four</a:t>
            </a:r>
          </a:p>
          <a:p>
            <a:pPr lvl="4"/>
            <a:r>
              <a:t>Body Level Five</a:t>
            </a:r>
          </a:p>
        </p:txBody>
      </p:sp>
      <p:sp>
        <p:nvSpPr>
          <p:cNvPr id="23" name="Shape 23"/>
          <p:cNvSpPr>
            <a:spLocks noGrp="1"/>
          </p:cNvSpPr>
          <p:nvPr>
            <p:ph type="sldNum" sz="quarter" idx="2"/>
          </p:nvPr>
        </p:nvSpPr>
        <p:spPr>
          <a:xfrm>
            <a:off x="4459810" y="4875610"/>
            <a:ext cx="217666" cy="214460"/>
          </a:xfrm>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1940378381"/>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Shape 30"/>
          <p:cNvSpPr>
            <a:spLocks noGrp="1"/>
          </p:cNvSpPr>
          <p:nvPr>
            <p:ph type="title"/>
          </p:nvPr>
        </p:nvSpPr>
        <p:spPr>
          <a:xfrm>
            <a:off x="1812741" y="1701121"/>
            <a:ext cx="5518547" cy="1741289"/>
          </a:xfrm>
          <a:prstGeom prst="rect">
            <a:avLst/>
          </a:prstGeom>
        </p:spPr>
        <p:txBody>
          <a:bodyPr/>
          <a:lstStyle/>
          <a:p>
            <a:r>
              <a:t>Title Text</a:t>
            </a:r>
          </a:p>
        </p:txBody>
      </p:sp>
      <p:sp>
        <p:nvSpPr>
          <p:cNvPr id="31" name="Shape 31"/>
          <p:cNvSpPr>
            <a:spLocks noGrp="1"/>
          </p:cNvSpPr>
          <p:nvPr>
            <p:ph type="sldNum" sz="quarter" idx="2"/>
          </p:nvPr>
        </p:nvSpPr>
        <p:spPr>
          <a:xfrm>
            <a:off x="4459810" y="4878958"/>
            <a:ext cx="217666" cy="214460"/>
          </a:xfrm>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137399567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4685855" y="334878"/>
            <a:ext cx="2812852" cy="4339829"/>
          </a:xfrm>
          <a:prstGeom prst="rect">
            <a:avLst/>
          </a:prstGeom>
        </p:spPr>
        <p:txBody>
          <a:bodyPr lIns="38393" tIns="19202" rIns="38393" bIns="19202" anchor="t">
            <a:noAutofit/>
          </a:bodyPr>
          <a:lstStyle/>
          <a:p>
            <a:endParaRPr dirty="0"/>
          </a:p>
        </p:txBody>
      </p:sp>
      <p:sp>
        <p:nvSpPr>
          <p:cNvPr id="39" name="Shape 39"/>
          <p:cNvSpPr>
            <a:spLocks noGrp="1"/>
          </p:cNvSpPr>
          <p:nvPr>
            <p:ph type="title"/>
          </p:nvPr>
        </p:nvSpPr>
        <p:spPr>
          <a:xfrm>
            <a:off x="1645295" y="334864"/>
            <a:ext cx="2812852" cy="2102942"/>
          </a:xfrm>
          <a:prstGeom prst="rect">
            <a:avLst/>
          </a:prstGeom>
        </p:spPr>
        <p:txBody>
          <a:bodyPr anchor="b"/>
          <a:lstStyle>
            <a:lvl1pPr algn="l">
              <a:defRPr sz="2500">
                <a:latin typeface="+mn-lt"/>
                <a:ea typeface="+mn-ea"/>
                <a:cs typeface="+mn-cs"/>
                <a:sym typeface="Source Sans Pro"/>
              </a:defRPr>
            </a:lvl1pPr>
          </a:lstStyle>
          <a:p>
            <a:r>
              <a:t>Title Text</a:t>
            </a:r>
          </a:p>
        </p:txBody>
      </p:sp>
      <p:sp>
        <p:nvSpPr>
          <p:cNvPr id="40" name="Shape 40"/>
          <p:cNvSpPr>
            <a:spLocks noGrp="1"/>
          </p:cNvSpPr>
          <p:nvPr>
            <p:ph type="body" sz="quarter" idx="1"/>
          </p:nvPr>
        </p:nvSpPr>
        <p:spPr>
          <a:xfrm>
            <a:off x="1645295" y="2511475"/>
            <a:ext cx="2812852" cy="2163218"/>
          </a:xfrm>
          <a:prstGeom prst="rect">
            <a:avLst/>
          </a:prstGeom>
        </p:spPr>
        <p:txBody>
          <a:bodyPr anchor="t"/>
          <a:lstStyle>
            <a:lvl1pPr marL="0" indent="0" algn="ctr">
              <a:spcBef>
                <a:spcPts val="0"/>
              </a:spcBef>
              <a:buSzTx/>
              <a:buNone/>
              <a:defRPr sz="1800">
                <a:latin typeface="Helvetica Light"/>
                <a:ea typeface="Helvetica Light"/>
                <a:cs typeface="Helvetica Light"/>
                <a:sym typeface="Helvetica Light"/>
              </a:defRPr>
            </a:lvl1pPr>
            <a:lvl2pPr marL="0" indent="95988" algn="ctr">
              <a:spcBef>
                <a:spcPts val="0"/>
              </a:spcBef>
              <a:buSzTx/>
              <a:buNone/>
              <a:defRPr sz="1800">
                <a:latin typeface="Helvetica Light"/>
                <a:ea typeface="Helvetica Light"/>
                <a:cs typeface="Helvetica Light"/>
                <a:sym typeface="Helvetica Light"/>
              </a:defRPr>
            </a:lvl2pPr>
            <a:lvl3pPr marL="0" indent="191965" algn="ctr">
              <a:spcBef>
                <a:spcPts val="0"/>
              </a:spcBef>
              <a:buSzTx/>
              <a:buNone/>
              <a:defRPr sz="1800">
                <a:latin typeface="Helvetica Light"/>
                <a:ea typeface="Helvetica Light"/>
                <a:cs typeface="Helvetica Light"/>
                <a:sym typeface="Helvetica Light"/>
              </a:defRPr>
            </a:lvl3pPr>
            <a:lvl4pPr marL="0" indent="287951" algn="ctr">
              <a:spcBef>
                <a:spcPts val="0"/>
              </a:spcBef>
              <a:buSzTx/>
              <a:buNone/>
              <a:defRPr sz="1800">
                <a:latin typeface="Helvetica Light"/>
                <a:ea typeface="Helvetica Light"/>
                <a:cs typeface="Helvetica Light"/>
                <a:sym typeface="Helvetica Light"/>
              </a:defRPr>
            </a:lvl4pPr>
            <a:lvl5pPr marL="0" indent="383938" algn="ctr">
              <a:spcBef>
                <a:spcPts val="0"/>
              </a:spcBef>
              <a:buSzTx/>
              <a:buNone/>
              <a:defRPr sz="1800">
                <a:latin typeface="Helvetica Light"/>
                <a:ea typeface="Helvetica Light"/>
                <a:cs typeface="Helvetica Light"/>
                <a:sym typeface="Helvetica Light"/>
              </a:defRPr>
            </a:lvl5pPr>
          </a:lstStyle>
          <a:p>
            <a:r>
              <a:t>Body Level One</a:t>
            </a:r>
          </a:p>
          <a:p>
            <a:pPr lvl="1"/>
            <a:r>
              <a:t>Body Level Two</a:t>
            </a:r>
          </a:p>
          <a:p>
            <a:pPr lvl="2"/>
            <a:r>
              <a:t>Body Level Three</a:t>
            </a:r>
          </a:p>
          <a:p>
            <a:pPr lvl="3"/>
            <a:r>
              <a:t>Body Level Four</a:t>
            </a:r>
          </a:p>
          <a:p>
            <a:pPr lvl="4"/>
            <a:r>
              <a:t>Body Level Five</a:t>
            </a:r>
          </a:p>
        </p:txBody>
      </p:sp>
      <p:sp>
        <p:nvSpPr>
          <p:cNvPr id="41" name="Shape 41"/>
          <p:cNvSpPr>
            <a:spLocks noGrp="1"/>
          </p:cNvSpPr>
          <p:nvPr>
            <p:ph type="sldNum" sz="quarter" idx="2"/>
          </p:nvPr>
        </p:nvSpPr>
        <p:spPr>
          <a:xfrm>
            <a:off x="4459810" y="4878958"/>
            <a:ext cx="217666" cy="214460"/>
          </a:xfrm>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3130996709"/>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p>
            <a:r>
              <a:t>Title Text</a:t>
            </a:r>
          </a:p>
        </p:txBody>
      </p:sp>
      <p:sp>
        <p:nvSpPr>
          <p:cNvPr id="49" name="Shape 49"/>
          <p:cNvSpPr>
            <a:spLocks noGrp="1"/>
          </p:cNvSpPr>
          <p:nvPr>
            <p:ph type="sldNum" sz="quarter" idx="2"/>
          </p:nvPr>
        </p:nvSpPr>
        <p:spPr>
          <a:xfrm>
            <a:off x="4459810" y="4878958"/>
            <a:ext cx="217666" cy="214460"/>
          </a:xfrm>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1788957822"/>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t>Title Text</a:t>
            </a:r>
          </a:p>
        </p:txBody>
      </p:sp>
      <p:sp>
        <p:nvSpPr>
          <p:cNvPr id="57" name="Shape 57"/>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hape 58"/>
          <p:cNvSpPr>
            <a:spLocks noGrp="1"/>
          </p:cNvSpPr>
          <p:nvPr>
            <p:ph type="sldNum" sz="quarter" idx="2"/>
          </p:nvPr>
        </p:nvSpPr>
        <p:spPr>
          <a:xfrm>
            <a:off x="4459810" y="4878958"/>
            <a:ext cx="217666" cy="214460"/>
          </a:xfrm>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1445646373"/>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hape 65"/>
          <p:cNvSpPr>
            <a:spLocks noGrp="1"/>
          </p:cNvSpPr>
          <p:nvPr>
            <p:ph type="pic" sz="quarter" idx="13"/>
          </p:nvPr>
        </p:nvSpPr>
        <p:spPr>
          <a:xfrm>
            <a:off x="4685855" y="1372945"/>
            <a:ext cx="2812852" cy="3315147"/>
          </a:xfrm>
          <a:prstGeom prst="rect">
            <a:avLst/>
          </a:prstGeom>
        </p:spPr>
        <p:txBody>
          <a:bodyPr lIns="38393" tIns="19202" rIns="38393" bIns="19202" anchor="t">
            <a:noAutofit/>
          </a:bodyPr>
          <a:lstStyle/>
          <a:p>
            <a:endParaRPr dirty="0"/>
          </a:p>
        </p:txBody>
      </p:sp>
      <p:sp>
        <p:nvSpPr>
          <p:cNvPr id="66" name="Shape 66"/>
          <p:cNvSpPr>
            <a:spLocks noGrp="1"/>
          </p:cNvSpPr>
          <p:nvPr>
            <p:ph type="title"/>
          </p:nvPr>
        </p:nvSpPr>
        <p:spPr>
          <a:prstGeom prst="rect">
            <a:avLst/>
          </a:prstGeom>
        </p:spPr>
        <p:txBody>
          <a:bodyPr/>
          <a:lstStyle/>
          <a:p>
            <a:r>
              <a:t>Title Text</a:t>
            </a:r>
          </a:p>
        </p:txBody>
      </p:sp>
      <p:sp>
        <p:nvSpPr>
          <p:cNvPr id="67" name="Shape 67"/>
          <p:cNvSpPr>
            <a:spLocks noGrp="1"/>
          </p:cNvSpPr>
          <p:nvPr>
            <p:ph type="body" sz="quarter" idx="1"/>
          </p:nvPr>
        </p:nvSpPr>
        <p:spPr>
          <a:xfrm>
            <a:off x="1645295" y="1372945"/>
            <a:ext cx="2812852" cy="3315147"/>
          </a:xfrm>
          <a:prstGeom prst="rect">
            <a:avLst/>
          </a:prstGeom>
        </p:spPr>
        <p:txBody>
          <a:bodyPr/>
          <a:lstStyle>
            <a:lvl1pPr marL="195394" indent="-195394">
              <a:spcBef>
                <a:spcPts val="1891"/>
              </a:spcBef>
              <a:defRPr sz="1600">
                <a:latin typeface="Helvetica Light"/>
                <a:ea typeface="Helvetica Light"/>
                <a:cs typeface="Helvetica Light"/>
                <a:sym typeface="Helvetica Light"/>
              </a:defRPr>
            </a:lvl1pPr>
            <a:lvl2pPr marL="339364" indent="-195394">
              <a:spcBef>
                <a:spcPts val="1891"/>
              </a:spcBef>
              <a:defRPr sz="1600">
                <a:latin typeface="Helvetica Light"/>
                <a:ea typeface="Helvetica Light"/>
                <a:cs typeface="Helvetica Light"/>
                <a:sym typeface="Helvetica Light"/>
              </a:defRPr>
            </a:lvl2pPr>
            <a:lvl3pPr marL="483345" indent="-195394">
              <a:spcBef>
                <a:spcPts val="1891"/>
              </a:spcBef>
              <a:defRPr sz="1600">
                <a:latin typeface="Helvetica Light"/>
                <a:ea typeface="Helvetica Light"/>
                <a:cs typeface="Helvetica Light"/>
                <a:sym typeface="Helvetica Light"/>
              </a:defRPr>
            </a:lvl3pPr>
            <a:lvl4pPr marL="627326" indent="-195394">
              <a:spcBef>
                <a:spcPts val="1891"/>
              </a:spcBef>
              <a:defRPr sz="1600">
                <a:latin typeface="Helvetica Light"/>
                <a:ea typeface="Helvetica Light"/>
                <a:cs typeface="Helvetica Light"/>
                <a:sym typeface="Helvetica Light"/>
              </a:defRPr>
            </a:lvl4pPr>
            <a:lvl5pPr marL="771297" indent="-195394">
              <a:spcBef>
                <a:spcPts val="1891"/>
              </a:spcBef>
              <a:defRPr sz="1600">
                <a:latin typeface="Helvetica Light"/>
                <a:ea typeface="Helvetica Light"/>
                <a:cs typeface="Helvetica Light"/>
                <a:sym typeface="Helvetica Light"/>
              </a:defRPr>
            </a:lvl5pPr>
          </a:lstStyle>
          <a:p>
            <a:r>
              <a:t>Body Level One</a:t>
            </a:r>
          </a:p>
          <a:p>
            <a:pPr lvl="1"/>
            <a:r>
              <a:t>Body Level Two</a:t>
            </a:r>
          </a:p>
          <a:p>
            <a:pPr lvl="2"/>
            <a:r>
              <a:t>Body Level Three</a:t>
            </a:r>
          </a:p>
          <a:p>
            <a:pPr lvl="3"/>
            <a:r>
              <a:t>Body Level Four</a:t>
            </a:r>
          </a:p>
          <a:p>
            <a:pPr lvl="4"/>
            <a:r>
              <a:t>Body Level Five</a:t>
            </a:r>
          </a:p>
        </p:txBody>
      </p:sp>
      <p:sp>
        <p:nvSpPr>
          <p:cNvPr id="68" name="Shape 68"/>
          <p:cNvSpPr>
            <a:spLocks noGrp="1"/>
          </p:cNvSpPr>
          <p:nvPr>
            <p:ph type="sldNum" sz="quarter" idx="2"/>
          </p:nvPr>
        </p:nvSpPr>
        <p:spPr>
          <a:xfrm>
            <a:off x="4459810" y="4878958"/>
            <a:ext cx="217666" cy="214460"/>
          </a:xfrm>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2372342679"/>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Shape 75"/>
          <p:cNvSpPr>
            <a:spLocks noGrp="1"/>
          </p:cNvSpPr>
          <p:nvPr>
            <p:ph type="body" idx="1"/>
          </p:nvPr>
        </p:nvSpPr>
        <p:spPr>
          <a:xfrm>
            <a:off x="1645296" y="669742"/>
            <a:ext cx="5853411" cy="3804047"/>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hape 76"/>
          <p:cNvSpPr>
            <a:spLocks noGrp="1"/>
          </p:cNvSpPr>
          <p:nvPr>
            <p:ph type="sldNum" sz="quarter" idx="2"/>
          </p:nvPr>
        </p:nvSpPr>
        <p:spPr>
          <a:xfrm>
            <a:off x="4459810" y="4878958"/>
            <a:ext cx="217666" cy="214460"/>
          </a:xfrm>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70626101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Shape 83"/>
          <p:cNvSpPr>
            <a:spLocks noGrp="1"/>
          </p:cNvSpPr>
          <p:nvPr>
            <p:ph type="pic" sz="quarter" idx="13"/>
          </p:nvPr>
        </p:nvSpPr>
        <p:spPr>
          <a:xfrm>
            <a:off x="4685855" y="2685619"/>
            <a:ext cx="2812852" cy="1989089"/>
          </a:xfrm>
          <a:prstGeom prst="rect">
            <a:avLst/>
          </a:prstGeom>
        </p:spPr>
        <p:txBody>
          <a:bodyPr lIns="38393" tIns="19202" rIns="38393" bIns="19202" anchor="t">
            <a:noAutofit/>
          </a:bodyPr>
          <a:lstStyle/>
          <a:p>
            <a:endParaRPr dirty="0"/>
          </a:p>
        </p:txBody>
      </p:sp>
      <p:sp>
        <p:nvSpPr>
          <p:cNvPr id="84" name="Shape 84"/>
          <p:cNvSpPr>
            <a:spLocks noGrp="1"/>
          </p:cNvSpPr>
          <p:nvPr>
            <p:ph type="pic" sz="quarter" idx="14"/>
          </p:nvPr>
        </p:nvSpPr>
        <p:spPr>
          <a:xfrm>
            <a:off x="4689135" y="468823"/>
            <a:ext cx="2812852" cy="1989089"/>
          </a:xfrm>
          <a:prstGeom prst="rect">
            <a:avLst/>
          </a:prstGeom>
        </p:spPr>
        <p:txBody>
          <a:bodyPr lIns="38393" tIns="19202" rIns="38393" bIns="19202" anchor="t">
            <a:noAutofit/>
          </a:bodyPr>
          <a:lstStyle/>
          <a:p>
            <a:endParaRPr dirty="0"/>
          </a:p>
        </p:txBody>
      </p:sp>
      <p:sp>
        <p:nvSpPr>
          <p:cNvPr id="85" name="Shape 85"/>
          <p:cNvSpPr>
            <a:spLocks noGrp="1"/>
          </p:cNvSpPr>
          <p:nvPr>
            <p:ph type="pic" sz="half" idx="15"/>
          </p:nvPr>
        </p:nvSpPr>
        <p:spPr>
          <a:xfrm>
            <a:off x="1645295" y="468814"/>
            <a:ext cx="2812852" cy="4205883"/>
          </a:xfrm>
          <a:prstGeom prst="rect">
            <a:avLst/>
          </a:prstGeom>
        </p:spPr>
        <p:txBody>
          <a:bodyPr lIns="38393" tIns="19202" rIns="38393" bIns="19202" anchor="t">
            <a:noAutofit/>
          </a:bodyPr>
          <a:lstStyle/>
          <a:p>
            <a:endParaRPr dirty="0"/>
          </a:p>
        </p:txBody>
      </p:sp>
      <p:sp>
        <p:nvSpPr>
          <p:cNvPr id="86" name="Shape 86"/>
          <p:cNvSpPr>
            <a:spLocks noGrp="1"/>
          </p:cNvSpPr>
          <p:nvPr>
            <p:ph type="sldNum" sz="quarter" idx="2"/>
          </p:nvPr>
        </p:nvSpPr>
        <p:spPr>
          <a:xfrm>
            <a:off x="4459810" y="4878958"/>
            <a:ext cx="217666" cy="214460"/>
          </a:xfrm>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3198327729"/>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Shape 93"/>
          <p:cNvSpPr>
            <a:spLocks noGrp="1"/>
          </p:cNvSpPr>
          <p:nvPr>
            <p:ph type="body" sz="quarter" idx="13"/>
          </p:nvPr>
        </p:nvSpPr>
        <p:spPr>
          <a:xfrm>
            <a:off x="1812741" y="3355335"/>
            <a:ext cx="5518547" cy="260627"/>
          </a:xfrm>
          <a:prstGeom prst="rect">
            <a:avLst/>
          </a:prstGeom>
        </p:spPr>
        <p:txBody>
          <a:bodyPr anchor="t">
            <a:spAutoFit/>
          </a:bodyPr>
          <a:lstStyle>
            <a:lvl1pPr marL="0" indent="0" algn="ctr">
              <a:spcBef>
                <a:spcPts val="0"/>
              </a:spcBef>
              <a:buSzTx/>
              <a:buNone/>
              <a:defRPr sz="1300">
                <a:latin typeface="Helvetica Light"/>
                <a:ea typeface="Helvetica Light"/>
                <a:cs typeface="Helvetica Light"/>
                <a:sym typeface="Helvetica Light"/>
              </a:defRPr>
            </a:lvl1pPr>
          </a:lstStyle>
          <a:p>
            <a:r>
              <a:t>–Johnny Appleseed</a:t>
            </a:r>
          </a:p>
        </p:txBody>
      </p:sp>
      <p:sp>
        <p:nvSpPr>
          <p:cNvPr id="94" name="Shape 94"/>
          <p:cNvSpPr>
            <a:spLocks noGrp="1"/>
          </p:cNvSpPr>
          <p:nvPr>
            <p:ph type="body" sz="quarter" idx="14"/>
          </p:nvPr>
        </p:nvSpPr>
        <p:spPr>
          <a:xfrm>
            <a:off x="1812741" y="2231546"/>
            <a:ext cx="5518547" cy="399126"/>
          </a:xfrm>
          <a:prstGeom prst="rect">
            <a:avLst/>
          </a:prstGeom>
        </p:spPr>
        <p:txBody>
          <a:bodyPr>
            <a:spAutoFit/>
          </a:bodyPr>
          <a:lstStyle>
            <a:lvl1pPr marL="0" indent="0" algn="ctr">
              <a:spcBef>
                <a:spcPts val="0"/>
              </a:spcBef>
              <a:buSzTx/>
              <a:buNone/>
              <a:defRPr sz="2200">
                <a:latin typeface="Helvetica Light"/>
                <a:ea typeface="Helvetica Light"/>
                <a:cs typeface="Helvetica Light"/>
                <a:sym typeface="Helvetica Light"/>
              </a:defRPr>
            </a:lvl1pPr>
          </a:lstStyle>
          <a:p>
            <a:r>
              <a:t>“Type a quote here.” </a:t>
            </a:r>
          </a:p>
        </p:txBody>
      </p:sp>
      <p:sp>
        <p:nvSpPr>
          <p:cNvPr id="95" name="Shape 95"/>
          <p:cNvSpPr>
            <a:spLocks noGrp="1"/>
          </p:cNvSpPr>
          <p:nvPr>
            <p:ph type="sldNum" sz="quarter" idx="2"/>
          </p:nvPr>
        </p:nvSpPr>
        <p:spPr>
          <a:xfrm>
            <a:off x="4459810" y="4878958"/>
            <a:ext cx="217666" cy="214460"/>
          </a:xfrm>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418105043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Shape 102"/>
          <p:cNvSpPr>
            <a:spLocks noGrp="1"/>
          </p:cNvSpPr>
          <p:nvPr>
            <p:ph type="pic" idx="13"/>
          </p:nvPr>
        </p:nvSpPr>
        <p:spPr>
          <a:xfrm>
            <a:off x="1143000" y="0"/>
            <a:ext cx="6858000" cy="5143500"/>
          </a:xfrm>
          <a:prstGeom prst="rect">
            <a:avLst/>
          </a:prstGeom>
        </p:spPr>
        <p:txBody>
          <a:bodyPr lIns="38393" tIns="19202" rIns="38393" bIns="19202" anchor="t">
            <a:noAutofit/>
          </a:bodyPr>
          <a:lstStyle/>
          <a:p>
            <a:endParaRPr dirty="0"/>
          </a:p>
        </p:txBody>
      </p:sp>
      <p:sp>
        <p:nvSpPr>
          <p:cNvPr id="103" name="Shape 103"/>
          <p:cNvSpPr>
            <a:spLocks noGrp="1"/>
          </p:cNvSpPr>
          <p:nvPr>
            <p:ph type="sldNum" sz="quarter" idx="2"/>
          </p:nvPr>
        </p:nvSpPr>
        <p:spPr>
          <a:xfrm>
            <a:off x="4459810" y="4878958"/>
            <a:ext cx="217666" cy="214460"/>
          </a:xfrm>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4282727927"/>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hape 110"/>
          <p:cNvSpPr>
            <a:spLocks noGrp="1"/>
          </p:cNvSpPr>
          <p:nvPr>
            <p:ph type="sldNum" sz="quarter" idx="2"/>
          </p:nvPr>
        </p:nvSpPr>
        <p:spPr>
          <a:xfrm>
            <a:off x="4459810" y="4878958"/>
            <a:ext cx="217666" cy="214460"/>
          </a:xfrm>
          <a:prstGeom prst="rect">
            <a:avLst/>
          </a:prstGeom>
        </p:spPr>
        <p:txBody>
          <a:bodyPr/>
          <a:lstStyle/>
          <a:p>
            <a:fld id="{86CB4B4D-7CA3-9044-876B-883B54F8677D}" type="slidenum">
              <a:rPr/>
              <a:pPr/>
              <a:t>‹#›</a:t>
            </a:fld>
            <a:endParaRPr dirty="0"/>
          </a:p>
        </p:txBody>
      </p:sp>
    </p:spTree>
    <p:extLst>
      <p:ext uri="{BB962C8B-B14F-4D97-AF65-F5344CB8AC3E}">
        <p14:creationId xmlns:p14="http://schemas.microsoft.com/office/powerpoint/2010/main" val="1817059419"/>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3"/>
            <a:ext cx="7772400" cy="1102519"/>
          </a:xfrm>
        </p:spPr>
        <p:txBody>
          <a:bodyPr/>
          <a:lstStyle>
            <a:lvl1pPr>
              <a:defRPr>
                <a:solidFill>
                  <a:srgbClr val="2F35AD"/>
                </a:solidFill>
              </a:defRPr>
            </a:lvl1pPr>
          </a:lstStyle>
          <a:p>
            <a:r>
              <a:rPr lang="en-US" dirty="0"/>
              <a:t>Click to edit Master title style</a:t>
            </a:r>
            <a:endParaRPr lang="en-AU"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E6D49B5D-B4C6-402F-9F58-A7E5854667F5}" type="datetime1">
              <a:rPr lang="en-AU" smtClean="0">
                <a:solidFill>
                  <a:prstClr val="black">
                    <a:tint val="75000"/>
                  </a:prstClr>
                </a:solidFill>
              </a:rPr>
              <a:t>20/02/2026</a:t>
            </a:fld>
            <a:endParaRPr lang="en-AU" dirty="0">
              <a:solidFill>
                <a:prstClr val="black">
                  <a:tint val="75000"/>
                </a:prstClr>
              </a:solidFill>
            </a:endParaRPr>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AU"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5670E94-029C-4BA8-8D44-FBB339E4924F}" type="slidenum">
              <a:rPr lang="en-AU">
                <a:solidFill>
                  <a:prstClr val="black">
                    <a:tint val="75000"/>
                  </a:prstClr>
                </a:solidFill>
              </a:rPr>
              <a:pPr/>
              <a:t>‹#›</a:t>
            </a:fld>
            <a:endParaRPr lang="en-AU" dirty="0">
              <a:solidFill>
                <a:prstClr val="black">
                  <a:tint val="75000"/>
                </a:prstClr>
              </a:solidFill>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876256" y="195486"/>
            <a:ext cx="1742197" cy="651124"/>
          </a:xfrm>
          <a:prstGeom prst="rect">
            <a:avLst/>
          </a:prstGeom>
        </p:spPr>
      </p:pic>
    </p:spTree>
    <p:extLst>
      <p:ext uri="{BB962C8B-B14F-4D97-AF65-F5344CB8AC3E}">
        <p14:creationId xmlns:p14="http://schemas.microsoft.com/office/powerpoint/2010/main" val="516091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7615"/>
            <a:ext cx="8229600" cy="32470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887D5BEB-0045-4339-A293-BE475F5D1A1B}" type="datetime1">
              <a:rPr lang="en-AU" smtClean="0">
                <a:solidFill>
                  <a:prstClr val="black">
                    <a:tint val="75000"/>
                  </a:prstClr>
                </a:solidFill>
              </a:rPr>
              <a:t>20/02/2026</a:t>
            </a:fld>
            <a:endParaRPr lang="en-AU" dirty="0">
              <a:solidFill>
                <a:prstClr val="black">
                  <a:tint val="75000"/>
                </a:prstClr>
              </a:solidFill>
            </a:endParaRPr>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AU"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5670E94-029C-4BA8-8D44-FBB339E4924F}" type="slidenum">
              <a:rPr lang="en-AU">
                <a:solidFill>
                  <a:prstClr val="black">
                    <a:tint val="75000"/>
                  </a:prstClr>
                </a:solidFill>
              </a:rPr>
              <a:pPr/>
              <a:t>‹#›</a:t>
            </a:fld>
            <a:endParaRPr lang="en-AU" dirty="0">
              <a:solidFill>
                <a:prstClr val="black">
                  <a:tint val="75000"/>
                </a:prstClr>
              </a:solidFill>
            </a:endParaRPr>
          </a:p>
        </p:txBody>
      </p:sp>
      <p:sp>
        <p:nvSpPr>
          <p:cNvPr id="2" name="Title 1"/>
          <p:cNvSpPr>
            <a:spLocks noGrp="1"/>
          </p:cNvSpPr>
          <p:nvPr>
            <p:ph type="title"/>
          </p:nvPr>
        </p:nvSpPr>
        <p:spPr/>
        <p:txBody>
          <a:bodyPr/>
          <a:lstStyle>
            <a:lvl1pPr>
              <a:defRPr sz="3600">
                <a:solidFill>
                  <a:srgbClr val="2F35AD"/>
                </a:solidFill>
                <a:latin typeface="Arial Black" panose="020B0A04020102020204" pitchFamily="34" charset="0"/>
              </a:defRPr>
            </a:lvl1pPr>
          </a:lstStyle>
          <a:p>
            <a:r>
              <a:rPr lang="en-US" dirty="0"/>
              <a:t>Click to edit Master title style</a:t>
            </a:r>
            <a:endParaRPr lang="en-AU" dirty="0"/>
          </a:p>
        </p:txBody>
      </p:sp>
    </p:spTree>
    <p:extLst>
      <p:ext uri="{BB962C8B-B14F-4D97-AF65-F5344CB8AC3E}">
        <p14:creationId xmlns:p14="http://schemas.microsoft.com/office/powerpoint/2010/main" val="11328598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A583A5E9-1E0E-4774-AE14-312A0DF91226}" type="datetime1">
              <a:rPr lang="en-AU" smtClean="0">
                <a:solidFill>
                  <a:prstClr val="black">
                    <a:tint val="75000"/>
                  </a:prstClr>
                </a:solidFill>
              </a:rPr>
              <a:t>20/02/2026</a:t>
            </a:fld>
            <a:endParaRPr lang="en-AU" dirty="0">
              <a:solidFill>
                <a:prstClr val="black">
                  <a:tint val="75000"/>
                </a:prstClr>
              </a:solidFill>
            </a:endParaRPr>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AU"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5670E94-029C-4BA8-8D44-FBB339E4924F}" type="slidenum">
              <a:rPr lang="en-AU">
                <a:solidFill>
                  <a:prstClr val="black">
                    <a:tint val="75000"/>
                  </a:prstClr>
                </a:solidFill>
              </a:rPr>
              <a:pPr/>
              <a:t>‹#›</a:t>
            </a:fld>
            <a:endParaRPr lang="en-AU" dirty="0">
              <a:solidFill>
                <a:prstClr val="black">
                  <a:tint val="75000"/>
                </a:prstClr>
              </a:solidFill>
            </a:endParaRPr>
          </a:p>
        </p:txBody>
      </p:sp>
      <p:sp>
        <p:nvSpPr>
          <p:cNvPr id="7" name="Title 6"/>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1435917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AU" dirty="0"/>
          </a:p>
        </p:txBody>
      </p:sp>
      <p:sp>
        <p:nvSpPr>
          <p:cNvPr id="3" name="Content Placeholder 2"/>
          <p:cNvSpPr>
            <a:spLocks noGrp="1"/>
          </p:cNvSpPr>
          <p:nvPr>
            <p:ph sz="half" idx="1"/>
          </p:nvPr>
        </p:nvSpPr>
        <p:spPr>
          <a:xfrm>
            <a:off x="457200" y="1560910"/>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560910"/>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6FBFC47F-E507-4A69-BFAB-122C4F59F5A1}" type="datetime1">
              <a:rPr lang="en-AU" smtClean="0">
                <a:solidFill>
                  <a:prstClr val="black">
                    <a:tint val="75000"/>
                  </a:prstClr>
                </a:solidFill>
              </a:rPr>
              <a:t>20/02/2026</a:t>
            </a:fld>
            <a:endParaRPr lang="en-AU" dirty="0">
              <a:solidFill>
                <a:prstClr val="black">
                  <a:tint val="75000"/>
                </a:prstClr>
              </a:solidFill>
            </a:endParaRPr>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AU"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5670E94-029C-4BA8-8D44-FBB339E4924F}" type="slidenum">
              <a:rPr lang="en-AU">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22401653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23478"/>
            <a:ext cx="6096000" cy="857250"/>
          </a:xfrm>
        </p:spPr>
        <p:txBody>
          <a:bodyPr/>
          <a:lstStyle>
            <a:lvl1pPr>
              <a:defRPr/>
            </a:lvl1pPr>
          </a:lstStyle>
          <a:p>
            <a:r>
              <a:rPr lang="en-US" dirty="0"/>
              <a:t>Click to edit Master title style</a:t>
            </a:r>
            <a:endParaRPr lang="en-AU" dirty="0"/>
          </a:p>
        </p:txBody>
      </p:sp>
      <p:sp>
        <p:nvSpPr>
          <p:cNvPr id="3" name="Text Placeholder 2"/>
          <p:cNvSpPr>
            <a:spLocks noGrp="1"/>
          </p:cNvSpPr>
          <p:nvPr>
            <p:ph type="body" idx="1"/>
          </p:nvPr>
        </p:nvSpPr>
        <p:spPr>
          <a:xfrm>
            <a:off x="457202" y="1151335"/>
            <a:ext cx="4040188" cy="47982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9" y="1151335"/>
            <a:ext cx="4041775" cy="47982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9"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a:xfrm>
            <a:off x="457200" y="4767263"/>
            <a:ext cx="2133600" cy="273844"/>
          </a:xfrm>
          <a:prstGeom prst="rect">
            <a:avLst/>
          </a:prstGeom>
        </p:spPr>
        <p:txBody>
          <a:bodyPr/>
          <a:lstStyle/>
          <a:p>
            <a:fld id="{DC2B3BBB-7E9D-4A18-8327-EB8B25D33469}" type="datetime1">
              <a:rPr lang="en-AU" smtClean="0">
                <a:solidFill>
                  <a:prstClr val="black">
                    <a:tint val="75000"/>
                  </a:prstClr>
                </a:solidFill>
              </a:rPr>
              <a:t>20/02/2026</a:t>
            </a:fld>
            <a:endParaRPr lang="en-AU" dirty="0">
              <a:solidFill>
                <a:prstClr val="black">
                  <a:tint val="75000"/>
                </a:prstClr>
              </a:solidFill>
            </a:endParaRPr>
          </a:p>
        </p:txBody>
      </p:sp>
      <p:sp>
        <p:nvSpPr>
          <p:cNvPr id="8" name="Footer Placeholder 7"/>
          <p:cNvSpPr>
            <a:spLocks noGrp="1"/>
          </p:cNvSpPr>
          <p:nvPr>
            <p:ph type="ftr" sz="quarter" idx="11"/>
          </p:nvPr>
        </p:nvSpPr>
        <p:spPr>
          <a:xfrm>
            <a:off x="3124200" y="4767263"/>
            <a:ext cx="2895600" cy="273844"/>
          </a:xfrm>
          <a:prstGeom prst="rect">
            <a:avLst/>
          </a:prstGeom>
        </p:spPr>
        <p:txBody>
          <a:bodyPr/>
          <a:lstStyle/>
          <a:p>
            <a:endParaRPr lang="en-AU"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55670E94-029C-4BA8-8D44-FBB339E4924F}" type="slidenum">
              <a:rPr lang="en-AU">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18600564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a:xfrm>
            <a:off x="457200" y="4767263"/>
            <a:ext cx="2133600" cy="273844"/>
          </a:xfrm>
          <a:prstGeom prst="rect">
            <a:avLst/>
          </a:prstGeom>
        </p:spPr>
        <p:txBody>
          <a:bodyPr/>
          <a:lstStyle/>
          <a:p>
            <a:fld id="{47D8EB2D-75C3-4AA5-94B7-3E3F04D72B66}" type="datetime1">
              <a:rPr lang="en-AU" smtClean="0">
                <a:solidFill>
                  <a:prstClr val="black">
                    <a:tint val="75000"/>
                  </a:prstClr>
                </a:solidFill>
              </a:rPr>
              <a:t>20/02/2026</a:t>
            </a:fld>
            <a:endParaRPr lang="en-AU" dirty="0">
              <a:solidFill>
                <a:prstClr val="black">
                  <a:tint val="75000"/>
                </a:prstClr>
              </a:solidFill>
            </a:endParaRPr>
          </a:p>
        </p:txBody>
      </p:sp>
      <p:sp>
        <p:nvSpPr>
          <p:cNvPr id="4" name="Footer Placeholder 3"/>
          <p:cNvSpPr>
            <a:spLocks noGrp="1"/>
          </p:cNvSpPr>
          <p:nvPr>
            <p:ph type="ftr" sz="quarter" idx="11"/>
          </p:nvPr>
        </p:nvSpPr>
        <p:spPr>
          <a:xfrm>
            <a:off x="3124200" y="4767263"/>
            <a:ext cx="2895600" cy="273844"/>
          </a:xfrm>
          <a:prstGeom prst="rect">
            <a:avLst/>
          </a:prstGeom>
        </p:spPr>
        <p:txBody>
          <a:bodyPr/>
          <a:lstStyle/>
          <a:p>
            <a:endParaRPr lang="en-AU"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55670E94-029C-4BA8-8D44-FBB339E4924F}" type="slidenum">
              <a:rPr lang="en-AU">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40247192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3"/>
            <a:ext cx="2133600" cy="273844"/>
          </a:xfrm>
          <a:prstGeom prst="rect">
            <a:avLst/>
          </a:prstGeom>
        </p:spPr>
        <p:txBody>
          <a:bodyPr/>
          <a:lstStyle/>
          <a:p>
            <a:fld id="{460D7BE5-77D7-49E4-A0BF-C602B9A304EA}" type="datetime1">
              <a:rPr lang="en-AU" smtClean="0">
                <a:solidFill>
                  <a:prstClr val="black">
                    <a:tint val="75000"/>
                  </a:prstClr>
                </a:solidFill>
              </a:rPr>
              <a:t>20/02/2026</a:t>
            </a:fld>
            <a:endParaRPr lang="en-AU" dirty="0">
              <a:solidFill>
                <a:prstClr val="black">
                  <a:tint val="75000"/>
                </a:prstClr>
              </a:solidFill>
            </a:endParaRPr>
          </a:p>
        </p:txBody>
      </p:sp>
      <p:sp>
        <p:nvSpPr>
          <p:cNvPr id="3" name="Footer Placeholder 2"/>
          <p:cNvSpPr>
            <a:spLocks noGrp="1"/>
          </p:cNvSpPr>
          <p:nvPr>
            <p:ph type="ftr" sz="quarter" idx="11"/>
          </p:nvPr>
        </p:nvSpPr>
        <p:spPr>
          <a:xfrm>
            <a:off x="3124200" y="4767263"/>
            <a:ext cx="2895600" cy="273844"/>
          </a:xfrm>
          <a:prstGeom prst="rect">
            <a:avLst/>
          </a:prstGeom>
        </p:spPr>
        <p:txBody>
          <a:bodyPr/>
          <a:lstStyle/>
          <a:p>
            <a:endParaRPr lang="en-AU"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55670E94-029C-4BA8-8D44-FBB339E4924F}" type="slidenum">
              <a:rPr lang="en-AU">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27354686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04787"/>
            <a:ext cx="3008313" cy="871538"/>
          </a:xfrm>
        </p:spPr>
        <p:txBody>
          <a:bodyPr anchor="b"/>
          <a:lstStyle>
            <a:lvl1pPr algn="l">
              <a:defRPr sz="2000" b="1"/>
            </a:lvl1pPr>
          </a:lstStyle>
          <a:p>
            <a:r>
              <a:rPr lang="en-US" dirty="0"/>
              <a:t>Click to edit Master title style</a:t>
            </a:r>
            <a:endParaRPr lang="en-AU" dirty="0"/>
          </a:p>
        </p:txBody>
      </p:sp>
      <p:sp>
        <p:nvSpPr>
          <p:cNvPr id="3" name="Content Placeholder 2"/>
          <p:cNvSpPr>
            <a:spLocks noGrp="1"/>
          </p:cNvSpPr>
          <p:nvPr>
            <p:ph idx="1"/>
          </p:nvPr>
        </p:nvSpPr>
        <p:spPr>
          <a:xfrm>
            <a:off x="3575051" y="1203602"/>
            <a:ext cx="5111751" cy="33910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Text Placeholder 3"/>
          <p:cNvSpPr>
            <a:spLocks noGrp="1"/>
          </p:cNvSpPr>
          <p:nvPr>
            <p:ph type="body" sz="half" idx="2"/>
          </p:nvPr>
        </p:nvSpPr>
        <p:spPr>
          <a:xfrm>
            <a:off x="457204" y="1203602"/>
            <a:ext cx="3008313" cy="3391025"/>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dirty="0"/>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00B5F2B9-0C1C-4AD8-BAD2-B642E8CC6D60}" type="datetime1">
              <a:rPr lang="en-AU" smtClean="0">
                <a:solidFill>
                  <a:prstClr val="black">
                    <a:tint val="75000"/>
                  </a:prstClr>
                </a:solidFill>
              </a:rPr>
              <a:t>20/02/2026</a:t>
            </a:fld>
            <a:endParaRPr lang="en-AU" dirty="0">
              <a:solidFill>
                <a:prstClr val="black">
                  <a:tint val="75000"/>
                </a:prstClr>
              </a:solidFill>
            </a:endParaRPr>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AU"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5670E94-029C-4BA8-8D44-FBB339E4924F}" type="slidenum">
              <a:rPr lang="en-AU">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1518616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AU" dirty="0"/>
          </a:p>
        </p:txBody>
      </p:sp>
      <p:sp>
        <p:nvSpPr>
          <p:cNvPr id="4" name="Text Placeholder 3"/>
          <p:cNvSpPr>
            <a:spLocks noGrp="1"/>
          </p:cNvSpPr>
          <p:nvPr>
            <p:ph type="body" sz="half" idx="2"/>
          </p:nvPr>
        </p:nvSpPr>
        <p:spPr>
          <a:xfrm>
            <a:off x="1792288" y="4025507"/>
            <a:ext cx="5486400" cy="603647"/>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3"/>
            <a:ext cx="2133600" cy="273844"/>
          </a:xfrm>
          <a:prstGeom prst="rect">
            <a:avLst/>
          </a:prstGeom>
        </p:spPr>
        <p:txBody>
          <a:bodyPr/>
          <a:lstStyle/>
          <a:p>
            <a:fld id="{E9C06D49-2EAC-420F-B844-AC83EC3DD728}" type="datetime1">
              <a:rPr lang="en-AU" smtClean="0">
                <a:solidFill>
                  <a:prstClr val="black">
                    <a:tint val="75000"/>
                  </a:prstClr>
                </a:solidFill>
              </a:rPr>
              <a:t>20/02/2026</a:t>
            </a:fld>
            <a:endParaRPr lang="en-AU" dirty="0">
              <a:solidFill>
                <a:prstClr val="black">
                  <a:tint val="75000"/>
                </a:prstClr>
              </a:solidFill>
            </a:endParaRPr>
          </a:p>
        </p:txBody>
      </p:sp>
      <p:sp>
        <p:nvSpPr>
          <p:cNvPr id="6" name="Footer Placeholder 5"/>
          <p:cNvSpPr>
            <a:spLocks noGrp="1"/>
          </p:cNvSpPr>
          <p:nvPr>
            <p:ph type="ftr" sz="quarter" idx="11"/>
          </p:nvPr>
        </p:nvSpPr>
        <p:spPr>
          <a:xfrm>
            <a:off x="3124200" y="4767263"/>
            <a:ext cx="2895600" cy="273844"/>
          </a:xfrm>
          <a:prstGeom prst="rect">
            <a:avLst/>
          </a:prstGeom>
        </p:spPr>
        <p:txBody>
          <a:bodyPr/>
          <a:lstStyle/>
          <a:p>
            <a:endParaRPr lang="en-AU"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5670E94-029C-4BA8-8D44-FBB339E4924F}" type="slidenum">
              <a:rPr lang="en-AU">
                <a:solidFill>
                  <a:prstClr val="black">
                    <a:tint val="75000"/>
                  </a:prstClr>
                </a:solidFill>
              </a:rPr>
              <a:pPr/>
              <a:t>‹#›</a:t>
            </a:fld>
            <a:endParaRPr lang="en-AU" dirty="0">
              <a:solidFill>
                <a:prstClr val="black">
                  <a:tint val="75000"/>
                </a:prstClr>
              </a:solidFill>
            </a:endParaRPr>
          </a:p>
        </p:txBody>
      </p:sp>
      <p:sp>
        <p:nvSpPr>
          <p:cNvPr id="8" name="Title 7"/>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34472425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6C9BFF7A-E2AE-4D14-A20F-A337FA7C1D24}" type="datetime1">
              <a:rPr lang="en-AU" smtClean="0">
                <a:solidFill>
                  <a:prstClr val="black">
                    <a:tint val="75000"/>
                  </a:prstClr>
                </a:solidFill>
              </a:rPr>
              <a:t>20/02/2026</a:t>
            </a:fld>
            <a:endParaRPr lang="en-AU" dirty="0">
              <a:solidFill>
                <a:prstClr val="black">
                  <a:tint val="75000"/>
                </a:prstClr>
              </a:solidFill>
            </a:endParaRPr>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AU"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5670E94-029C-4BA8-8D44-FBB339E4924F}" type="slidenum">
              <a:rPr lang="en-AU">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9958625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D3B04059-5010-4B35-A325-FAC8C5680833}" type="datetime1">
              <a:rPr lang="en-AU" smtClean="0">
                <a:solidFill>
                  <a:prstClr val="black">
                    <a:tint val="75000"/>
                  </a:prstClr>
                </a:solidFill>
              </a:rPr>
              <a:t>20/02/2026</a:t>
            </a:fld>
            <a:endParaRPr lang="en-AU" dirty="0">
              <a:solidFill>
                <a:prstClr val="black">
                  <a:tint val="75000"/>
                </a:prstClr>
              </a:solidFill>
            </a:endParaRPr>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AU"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5670E94-029C-4BA8-8D44-FBB339E4924F}" type="slidenum">
              <a:rPr lang="en-AU">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38497214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327155"/>
            <a:ext cx="7080026" cy="1371601"/>
          </a:xfrm>
        </p:spPr>
        <p:txBody>
          <a:bodyPr anchor="b">
            <a:normAutofit/>
          </a:bodyPr>
          <a:lstStyle>
            <a:lvl1pPr algn="ctr">
              <a:defRPr sz="4050"/>
            </a:lvl1pPr>
          </a:lstStyle>
          <a:p>
            <a:r>
              <a:rPr lang="en-US"/>
              <a:t>Click to edit Master title style</a:t>
            </a:r>
            <a:endParaRPr lang="en-US" dirty="0"/>
          </a:p>
        </p:txBody>
      </p:sp>
      <p:sp>
        <p:nvSpPr>
          <p:cNvPr id="3" name="Subtitle 2"/>
          <p:cNvSpPr>
            <a:spLocks noGrp="1"/>
          </p:cNvSpPr>
          <p:nvPr>
            <p:ph type="subTitle" idx="1"/>
          </p:nvPr>
        </p:nvSpPr>
        <p:spPr>
          <a:xfrm>
            <a:off x="1028020" y="2698755"/>
            <a:ext cx="7080026" cy="787400"/>
          </a:xfrm>
        </p:spPr>
        <p:txBody>
          <a:bodyPr anchor="t"/>
          <a:lstStyle>
            <a:lvl1pPr marL="0" indent="0" algn="ctr">
              <a:buNone/>
              <a:defRPr>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D49B5D-B4C6-402F-9F58-A7E5854667F5}" type="datetime1">
              <a:rPr lang="en-AU" smtClean="0">
                <a:solidFill>
                  <a:prstClr val="black">
                    <a:tint val="75000"/>
                  </a:prstClr>
                </a:solidFill>
              </a:rPr>
              <a:t>20/02/2026</a:t>
            </a:fld>
            <a:endParaRPr lang="en-AU"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AU"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5670E94-029C-4BA8-8D44-FBB339E4924F}" type="slidenum">
              <a:rPr lang="en-AU" smtClean="0">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38966384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346" y="331744"/>
            <a:ext cx="7765322" cy="727838"/>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685346" y="1419622"/>
            <a:ext cx="7765322" cy="29237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7D5BEB-0045-4339-A293-BE475F5D1A1B}" type="datetime1">
              <a:rPr lang="en-AU" smtClean="0">
                <a:solidFill>
                  <a:prstClr val="black">
                    <a:tint val="75000"/>
                  </a:prstClr>
                </a:solidFill>
              </a:rPr>
              <a:t>20/02/2026</a:t>
            </a:fld>
            <a:endParaRPr lang="en-AU"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AU"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5670E94-029C-4BA8-8D44-FBB339E4924F}" type="slidenum">
              <a:rPr lang="en-AU" smtClean="0">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29668159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320801"/>
            <a:ext cx="7192913" cy="1371610"/>
          </a:xfrm>
        </p:spPr>
        <p:txBody>
          <a:bodyPr anchor="b"/>
          <a:lstStyle>
            <a:lvl1pPr algn="ctr">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2692409"/>
            <a:ext cx="7192913" cy="1130291"/>
          </a:xfrm>
        </p:spPr>
        <p:txBody>
          <a:bodyPr anchor="t"/>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83A5E9-1E0E-4774-AE14-312A0DF91226}" type="datetime1">
              <a:rPr lang="en-AU" smtClean="0">
                <a:solidFill>
                  <a:prstClr val="black">
                    <a:tint val="75000"/>
                  </a:prstClr>
                </a:solidFill>
              </a:rPr>
              <a:t>20/02/2026</a:t>
            </a:fld>
            <a:endParaRPr lang="en-AU"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AU"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5670E94-029C-4BA8-8D44-FBB339E4924F}" type="slidenum">
              <a:rPr lang="en-AU" smtClean="0">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36696789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346" y="331744"/>
            <a:ext cx="7765322" cy="727838"/>
          </a:xfrm>
        </p:spPr>
        <p:txBody>
          <a:bodyPr/>
          <a:lstStyle>
            <a:lvl1pPr algn="l">
              <a:defRPr/>
            </a:lvl1pPr>
          </a:lstStyle>
          <a:p>
            <a:r>
              <a:rPr lang="en-US"/>
              <a:t>Click to edit Master title style</a:t>
            </a:r>
            <a:endParaRPr lang="en-US" dirty="0"/>
          </a:p>
        </p:txBody>
      </p:sp>
      <p:sp>
        <p:nvSpPr>
          <p:cNvPr id="3" name="Content Placeholder 2"/>
          <p:cNvSpPr>
            <a:spLocks noGrp="1"/>
          </p:cNvSpPr>
          <p:nvPr>
            <p:ph sz="half" idx="1"/>
          </p:nvPr>
        </p:nvSpPr>
        <p:spPr>
          <a:xfrm>
            <a:off x="685347" y="1419622"/>
            <a:ext cx="3795373" cy="292377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2169" y="1419622"/>
            <a:ext cx="3798499" cy="2923778"/>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6FBFC47F-E507-4A69-BFAB-122C4F59F5A1}" type="datetime1">
              <a:rPr lang="en-AU" smtClean="0">
                <a:solidFill>
                  <a:prstClr val="black">
                    <a:tint val="75000"/>
                  </a:prstClr>
                </a:solidFill>
              </a:rPr>
              <a:t>20/02/2026</a:t>
            </a:fld>
            <a:endParaRPr lang="en-AU"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AU"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5670E94-029C-4BA8-8D44-FBB339E4924F}" type="slidenum">
              <a:rPr lang="en-AU" smtClean="0">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26451359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6" y="1300880"/>
            <a:ext cx="3816804" cy="3111577"/>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3864" y="1300880"/>
            <a:ext cx="3816804" cy="3111577"/>
          </a:xfrm>
          <a:prstGeom prst="rect">
            <a:avLst/>
          </a:prstGeom>
        </p:spPr>
      </p:pic>
      <p:sp>
        <p:nvSpPr>
          <p:cNvPr id="2" name="Title 1"/>
          <p:cNvSpPr>
            <a:spLocks noGrp="1"/>
          </p:cNvSpPr>
          <p:nvPr>
            <p:ph type="title"/>
          </p:nvPr>
        </p:nvSpPr>
        <p:spPr>
          <a:xfrm>
            <a:off x="685346" y="339502"/>
            <a:ext cx="7765322" cy="727838"/>
          </a:xfrm>
        </p:spPr>
        <p:txBody>
          <a:bodyPr/>
          <a:lstStyle>
            <a:lvl1pPr algn="l">
              <a:defRPr/>
            </a:lvl1pPr>
          </a:lstStyle>
          <a:p>
            <a:r>
              <a:rPr lang="en-US" dirty="0"/>
              <a:t>Click to edit Master title style</a:t>
            </a:r>
          </a:p>
        </p:txBody>
      </p:sp>
      <p:sp>
        <p:nvSpPr>
          <p:cNvPr id="3" name="Text Placeholder 2"/>
          <p:cNvSpPr>
            <a:spLocks noGrp="1"/>
          </p:cNvSpPr>
          <p:nvPr>
            <p:ph type="body" idx="1"/>
          </p:nvPr>
        </p:nvSpPr>
        <p:spPr>
          <a:xfrm>
            <a:off x="754404" y="1376441"/>
            <a:ext cx="3657258" cy="408663"/>
          </a:xfrm>
        </p:spPr>
        <p:txBody>
          <a:bodyPr anchor="b">
            <a:noAutofit/>
          </a:bodyPr>
          <a:lstStyle>
            <a:lvl1pPr marL="0" indent="0" algn="ctr">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754404" y="1785103"/>
            <a:ext cx="3657258" cy="2558297"/>
          </a:xfrm>
        </p:spPr>
        <p:txBody>
          <a:bodyPr anchor="t">
            <a:normAutofit/>
          </a:bodyPr>
          <a:lstStyle>
            <a:lvl1pPr>
              <a:defRPr sz="135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376441"/>
            <a:ext cx="3671498" cy="408662"/>
          </a:xfrm>
        </p:spPr>
        <p:txBody>
          <a:bodyPr anchor="b">
            <a:noAutofit/>
          </a:bodyPr>
          <a:lstStyle>
            <a:lvl1pPr marL="0" indent="0" algn="ctr">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21225" y="1785103"/>
            <a:ext cx="3671498" cy="2558297"/>
          </a:xfrm>
        </p:spPr>
        <p:txBody>
          <a:bodyPr anchor="t">
            <a:normAutofit/>
          </a:bodyPr>
          <a:lstStyle>
            <a:lvl1pPr>
              <a:defRPr sz="135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2B3BBB-7E9D-4A18-8327-EB8B25D33469}" type="datetime1">
              <a:rPr lang="en-AU" smtClean="0">
                <a:solidFill>
                  <a:prstClr val="black">
                    <a:tint val="75000"/>
                  </a:prstClr>
                </a:solidFill>
              </a:rPr>
              <a:t>20/02/2026</a:t>
            </a:fld>
            <a:endParaRPr lang="en-AU"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AU"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55670E94-029C-4BA8-8D44-FBB339E4924F}" type="slidenum">
              <a:rPr lang="en-AU" smtClean="0">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22034115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85346" y="331744"/>
            <a:ext cx="7765322" cy="727838"/>
          </a:xfrm>
        </p:spPr>
        <p:txBody>
          <a:bodyPr/>
          <a:lstStyle>
            <a:lvl1pPr algn="l">
              <a:defRPr/>
            </a:lvl1pPr>
          </a:lstStyle>
          <a:p>
            <a:r>
              <a:rPr lang="en-US" dirty="0"/>
              <a:t>Click to edit Master title style</a:t>
            </a:r>
          </a:p>
        </p:txBody>
      </p:sp>
      <p:sp>
        <p:nvSpPr>
          <p:cNvPr id="3" name="Date Placeholder 2"/>
          <p:cNvSpPr>
            <a:spLocks noGrp="1"/>
          </p:cNvSpPr>
          <p:nvPr>
            <p:ph type="dt" sz="half" idx="10"/>
          </p:nvPr>
        </p:nvSpPr>
        <p:spPr/>
        <p:txBody>
          <a:bodyPr/>
          <a:lstStyle/>
          <a:p>
            <a:fld id="{47D8EB2D-75C3-4AA5-94B7-3E3F04D72B66}" type="datetime1">
              <a:rPr lang="en-AU" smtClean="0">
                <a:solidFill>
                  <a:prstClr val="black">
                    <a:tint val="75000"/>
                  </a:prstClr>
                </a:solidFill>
              </a:rPr>
              <a:t>20/02/2026</a:t>
            </a:fld>
            <a:endParaRPr lang="en-AU"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AU"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55670E94-029C-4BA8-8D44-FBB339E4924F}" type="slidenum">
              <a:rPr lang="en-AU" smtClean="0">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30505438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0D7BE5-77D7-49E4-A0BF-C602B9A304EA}" type="datetime1">
              <a:rPr lang="en-AU" smtClean="0">
                <a:solidFill>
                  <a:prstClr val="black">
                    <a:tint val="75000"/>
                  </a:prstClr>
                </a:solidFill>
              </a:rPr>
              <a:t>20/02/2026</a:t>
            </a:fld>
            <a:endParaRPr lang="en-AU"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AU"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55670E94-029C-4BA8-8D44-FBB339E4924F}" type="slidenum">
              <a:rPr lang="en-AU" smtClean="0">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21431283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1347614"/>
            <a:ext cx="2780167" cy="1224136"/>
          </a:xfrm>
        </p:spPr>
        <p:txBody>
          <a:bodyPr anchor="b">
            <a:normAutofit/>
          </a:bodyPr>
          <a:lstStyle>
            <a:lvl1pPr algn="ctr">
              <a:defRPr sz="1800" b="0"/>
            </a:lvl1pPr>
          </a:lstStyle>
          <a:p>
            <a:r>
              <a:rPr lang="en-US"/>
              <a:t>Click to edit Master title style</a:t>
            </a:r>
            <a:endParaRPr lang="en-US" dirty="0"/>
          </a:p>
        </p:txBody>
      </p:sp>
      <p:sp>
        <p:nvSpPr>
          <p:cNvPr id="3" name="Content Placeholder 2"/>
          <p:cNvSpPr>
            <a:spLocks noGrp="1"/>
          </p:cNvSpPr>
          <p:nvPr>
            <p:ph idx="1"/>
          </p:nvPr>
        </p:nvSpPr>
        <p:spPr>
          <a:xfrm>
            <a:off x="3641725" y="1347614"/>
            <a:ext cx="4808943" cy="2995786"/>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85347" y="2571750"/>
            <a:ext cx="2780167" cy="1771650"/>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00B5F2B9-0C1C-4AD8-BAD2-B642E8CC6D60}" type="datetime1">
              <a:rPr lang="en-AU" smtClean="0">
                <a:solidFill>
                  <a:prstClr val="black">
                    <a:tint val="75000"/>
                  </a:prstClr>
                </a:solidFill>
              </a:rPr>
              <a:t>20/02/2026</a:t>
            </a:fld>
            <a:endParaRPr lang="en-AU"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AU"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5670E94-029C-4BA8-8D44-FBB339E4924F}" type="slidenum">
              <a:rPr lang="en-AU" smtClean="0">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2770702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0249" y="1347614"/>
            <a:ext cx="2688125" cy="3013210"/>
          </a:xfrm>
          <a:prstGeom prst="rect">
            <a:avLst/>
          </a:prstGeom>
        </p:spPr>
      </p:pic>
      <p:sp>
        <p:nvSpPr>
          <p:cNvPr id="2" name="Title 1"/>
          <p:cNvSpPr>
            <a:spLocks noGrp="1"/>
          </p:cNvSpPr>
          <p:nvPr>
            <p:ph type="title"/>
          </p:nvPr>
        </p:nvSpPr>
        <p:spPr>
          <a:xfrm>
            <a:off x="685347" y="1491630"/>
            <a:ext cx="4451212" cy="1080120"/>
          </a:xfrm>
        </p:spPr>
        <p:txBody>
          <a:bodyPr anchor="b">
            <a:no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81914" y="1491630"/>
            <a:ext cx="2456813" cy="2765763"/>
          </a:xfr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685347" y="2571750"/>
            <a:ext cx="4451212" cy="1789796"/>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9C06D49-2EAC-420F-B844-AC83EC3DD728}" type="datetime1">
              <a:rPr lang="en-AU" smtClean="0">
                <a:solidFill>
                  <a:prstClr val="black">
                    <a:tint val="75000"/>
                  </a:prstClr>
                </a:solidFill>
              </a:rPr>
              <a:t>20/02/2026</a:t>
            </a:fld>
            <a:endParaRPr lang="en-AU"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AU"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55670E94-029C-4BA8-8D44-FBB339E4924F}" type="slidenum">
              <a:rPr lang="en-AU" smtClean="0">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41755810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13" y="410855"/>
            <a:ext cx="7606349" cy="2862605"/>
          </a:xfrm>
          <a:prstGeom prst="rect">
            <a:avLst/>
          </a:prstGeom>
        </p:spPr>
      </p:pic>
      <p:sp>
        <p:nvSpPr>
          <p:cNvPr id="2" name="Title 1"/>
          <p:cNvSpPr>
            <a:spLocks noGrp="1"/>
          </p:cNvSpPr>
          <p:nvPr>
            <p:ph type="title"/>
          </p:nvPr>
        </p:nvSpPr>
        <p:spPr>
          <a:xfrm>
            <a:off x="685354" y="3423941"/>
            <a:ext cx="7766495" cy="407604"/>
          </a:xfrm>
        </p:spPr>
        <p:txBody>
          <a:bodyPr anchor="b">
            <a:normAutofit/>
          </a:bodyPr>
          <a:lstStyle>
            <a:lvl1pPr algn="ctr">
              <a:defRPr sz="21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77012" y="521257"/>
            <a:ext cx="7384010" cy="2644253"/>
          </a:xfrm>
          <a:effectLst>
            <a:outerShdw blurRad="38100" dist="25400" dir="4440000">
              <a:srgbClr val="000000">
                <a:alpha val="36000"/>
              </a:srgbClr>
            </a:outerShdw>
          </a:effectLst>
        </p:spPr>
        <p:txBody>
          <a:bodyPr anchor="t">
            <a:normAutofit/>
          </a:bodyPr>
          <a:lstStyle>
            <a:lvl1pPr marL="0" indent="0" algn="ctr">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46" y="3831546"/>
            <a:ext cx="7765322" cy="511854"/>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defTabSz="914377"/>
            <a:fld id="{55670E94-029C-4BA8-8D44-FBB339E4924F}" type="slidenum">
              <a:rPr lang="en-AU" smtClean="0">
                <a:solidFill>
                  <a:prstClr val="black">
                    <a:tint val="75000"/>
                  </a:prstClr>
                </a:solidFill>
              </a:rPr>
              <a:pPr defTabSz="914377"/>
              <a:t>‹#›</a:t>
            </a:fld>
            <a:endParaRPr lang="en-AU" dirty="0">
              <a:solidFill>
                <a:prstClr val="black">
                  <a:tint val="75000"/>
                </a:prstClr>
              </a:solidFill>
            </a:endParaRPr>
          </a:p>
        </p:txBody>
      </p:sp>
    </p:spTree>
    <p:extLst>
      <p:ext uri="{BB962C8B-B14F-4D97-AF65-F5344CB8AC3E}">
        <p14:creationId xmlns:p14="http://schemas.microsoft.com/office/powerpoint/2010/main" val="895244703"/>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456328"/>
            <a:ext cx="7765322" cy="2650758"/>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46" y="3221385"/>
            <a:ext cx="7765322" cy="1126370"/>
          </a:xfrm>
        </p:spPr>
        <p:txBody>
          <a:bodyPr anchor="ct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defTabSz="914377"/>
            <a:fld id="{55670E94-029C-4BA8-8D44-FBB339E4924F}" type="slidenum">
              <a:rPr lang="en-AU" smtClean="0">
                <a:solidFill>
                  <a:prstClr val="black">
                    <a:tint val="75000"/>
                  </a:prstClr>
                </a:solidFill>
              </a:rPr>
              <a:pPr defTabSz="914377"/>
              <a:t>‹#›</a:t>
            </a:fld>
            <a:endParaRPr lang="en-AU" dirty="0">
              <a:solidFill>
                <a:prstClr val="black">
                  <a:tint val="75000"/>
                </a:prstClr>
              </a:solidFill>
            </a:endParaRPr>
          </a:p>
        </p:txBody>
      </p:sp>
    </p:spTree>
    <p:extLst>
      <p:ext uri="{BB962C8B-B14F-4D97-AF65-F5344CB8AC3E}">
        <p14:creationId xmlns:p14="http://schemas.microsoft.com/office/powerpoint/2010/main" val="754344786"/>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457200"/>
            <a:ext cx="6977064" cy="2244678"/>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290484" y="2707524"/>
            <a:ext cx="6564224" cy="399562"/>
          </a:xfrm>
        </p:spPr>
        <p:txBody>
          <a:bodyPr anchor="t">
            <a:normAutofit/>
          </a:bodyPr>
          <a:lstStyle>
            <a:lvl1pPr marL="0" indent="0" algn="r">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85346" y="3228265"/>
            <a:ext cx="7765322" cy="1117122"/>
          </a:xfrm>
        </p:spPr>
        <p:txBody>
          <a:bodyPr anchor="ctr">
            <a:normAutofit/>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defTabSz="914377"/>
            <a:fld id="{55670E94-029C-4BA8-8D44-FBB339E4924F}" type="slidenum">
              <a:rPr lang="en-AU" smtClean="0">
                <a:solidFill>
                  <a:prstClr val="black">
                    <a:tint val="75000"/>
                  </a:prstClr>
                </a:solidFill>
              </a:rPr>
              <a:pPr defTabSz="914377"/>
              <a:t>‹#›</a:t>
            </a:fld>
            <a:endParaRPr lang="en-AU" dirty="0">
              <a:solidFill>
                <a:prstClr val="black">
                  <a:tint val="75000"/>
                </a:prstClr>
              </a:solidFill>
            </a:endParaRPr>
          </a:p>
        </p:txBody>
      </p:sp>
      <p:sp>
        <p:nvSpPr>
          <p:cNvPr id="11" name="TextBox 10"/>
          <p:cNvSpPr txBox="1"/>
          <p:nvPr/>
        </p:nvSpPr>
        <p:spPr>
          <a:xfrm>
            <a:off x="742950" y="663597"/>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3" name="TextBox 12"/>
          <p:cNvSpPr txBox="1"/>
          <p:nvPr/>
        </p:nvSpPr>
        <p:spPr>
          <a:xfrm>
            <a:off x="7878537" y="2196194"/>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3753817317"/>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1595207"/>
            <a:ext cx="7765322" cy="1883876"/>
          </a:xfrm>
        </p:spPr>
        <p:txBody>
          <a:bodyPr anchor="b"/>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39" y="3487917"/>
            <a:ext cx="7764149" cy="855483"/>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defTabSz="914377"/>
            <a:fld id="{55670E94-029C-4BA8-8D44-FBB339E4924F}" type="slidenum">
              <a:rPr lang="en-AU" smtClean="0">
                <a:solidFill>
                  <a:prstClr val="black">
                    <a:tint val="75000"/>
                  </a:prstClr>
                </a:solidFill>
              </a:rPr>
              <a:pPr defTabSz="914377"/>
              <a:t>‹#›</a:t>
            </a:fld>
            <a:endParaRPr lang="en-AU" dirty="0">
              <a:solidFill>
                <a:prstClr val="black">
                  <a:tint val="75000"/>
                </a:prstClr>
              </a:solidFill>
            </a:endParaRPr>
          </a:p>
        </p:txBody>
      </p:sp>
    </p:spTree>
    <p:extLst>
      <p:ext uri="{BB962C8B-B14F-4D97-AF65-F5344CB8AC3E}">
        <p14:creationId xmlns:p14="http://schemas.microsoft.com/office/powerpoint/2010/main" val="816454433"/>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339502"/>
            <a:ext cx="7765322" cy="727838"/>
          </a:xfrm>
        </p:spPr>
        <p:txBody>
          <a:bodyPr/>
          <a:lstStyle>
            <a:lvl1pPr algn="l">
              <a:defRPr/>
            </a:lvl1pPr>
          </a:lstStyle>
          <a:p>
            <a:r>
              <a:rPr lang="en-US"/>
              <a:t>Click to edit Master title style</a:t>
            </a:r>
            <a:endParaRPr lang="en-US" dirty="0"/>
          </a:p>
        </p:txBody>
      </p:sp>
      <p:sp>
        <p:nvSpPr>
          <p:cNvPr id="7" name="Text Placeholder 2"/>
          <p:cNvSpPr>
            <a:spLocks noGrp="1"/>
          </p:cNvSpPr>
          <p:nvPr>
            <p:ph type="body" idx="1"/>
          </p:nvPr>
        </p:nvSpPr>
        <p:spPr>
          <a:xfrm>
            <a:off x="685346" y="1414462"/>
            <a:ext cx="2475738" cy="432197"/>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685346" y="1928812"/>
            <a:ext cx="2475738" cy="241458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335033" y="1414462"/>
            <a:ext cx="2475738" cy="432197"/>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331076" y="1928812"/>
            <a:ext cx="2475738" cy="241458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974929" y="1414462"/>
            <a:ext cx="2475738" cy="432197"/>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974929" y="1928812"/>
            <a:ext cx="2475738" cy="241458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defTabSz="914377"/>
            <a:fld id="{55670E94-029C-4BA8-8D44-FBB339E4924F}" type="slidenum">
              <a:rPr lang="en-AU" smtClean="0">
                <a:solidFill>
                  <a:prstClr val="black">
                    <a:tint val="75000"/>
                  </a:prstClr>
                </a:solidFill>
              </a:rPr>
              <a:pPr defTabSz="914377"/>
              <a:t>‹#›</a:t>
            </a:fld>
            <a:endParaRPr lang="en-AU" dirty="0">
              <a:solidFill>
                <a:prstClr val="black">
                  <a:tint val="75000"/>
                </a:prstClr>
              </a:solidFill>
            </a:endParaRPr>
          </a:p>
        </p:txBody>
      </p:sp>
    </p:spTree>
    <p:extLst>
      <p:ext uri="{BB962C8B-B14F-4D97-AF65-F5344CB8AC3E}">
        <p14:creationId xmlns:p14="http://schemas.microsoft.com/office/powerpoint/2010/main" val="176951121"/>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472" y="1363661"/>
            <a:ext cx="2504979" cy="1385888"/>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2850" y="1363661"/>
            <a:ext cx="2504979" cy="1385888"/>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2038" y="1363661"/>
            <a:ext cx="2504979" cy="1385888"/>
          </a:xfrm>
          <a:prstGeom prst="rect">
            <a:avLst/>
          </a:prstGeom>
        </p:spPr>
      </p:pic>
      <p:sp>
        <p:nvSpPr>
          <p:cNvPr id="30" name="Title 1"/>
          <p:cNvSpPr>
            <a:spLocks noGrp="1"/>
          </p:cNvSpPr>
          <p:nvPr>
            <p:ph type="title"/>
          </p:nvPr>
        </p:nvSpPr>
        <p:spPr>
          <a:xfrm>
            <a:off x="685346" y="339502"/>
            <a:ext cx="7765322" cy="727838"/>
          </a:xfrm>
        </p:spPr>
        <p:txBody>
          <a:bodyPr/>
          <a:lstStyle>
            <a:lvl1pPr algn="l">
              <a:defRPr/>
            </a:lvl1pPr>
          </a:lstStyle>
          <a:p>
            <a:r>
              <a:rPr lang="en-US" dirty="0"/>
              <a:t>Click to edit Master title style</a:t>
            </a:r>
          </a:p>
        </p:txBody>
      </p:sp>
      <p:sp>
        <p:nvSpPr>
          <p:cNvPr id="19" name="Text Placeholder 2"/>
          <p:cNvSpPr>
            <a:spLocks noGrp="1"/>
          </p:cNvSpPr>
          <p:nvPr>
            <p:ph type="body" idx="1"/>
          </p:nvPr>
        </p:nvSpPr>
        <p:spPr>
          <a:xfrm>
            <a:off x="685346" y="2928079"/>
            <a:ext cx="2475738" cy="432197"/>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763577" y="1454188"/>
            <a:ext cx="2319276" cy="1202216"/>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685346" y="3360276"/>
            <a:ext cx="2475738" cy="983125"/>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332091" y="2928079"/>
            <a:ext cx="2475738" cy="432197"/>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09307" y="1454321"/>
            <a:ext cx="2319276" cy="1206123"/>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331076" y="3360276"/>
            <a:ext cx="2475738" cy="983125"/>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975023" y="2928079"/>
            <a:ext cx="2475738" cy="432197"/>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6056774" y="1450824"/>
            <a:ext cx="2319276" cy="1205471"/>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974929" y="3360274"/>
            <a:ext cx="2475738" cy="98312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2/20/2026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defTabSz="914377"/>
            <a:fld id="{55670E94-029C-4BA8-8D44-FBB339E4924F}" type="slidenum">
              <a:rPr lang="en-AU" smtClean="0">
                <a:solidFill>
                  <a:prstClr val="black">
                    <a:tint val="75000"/>
                  </a:prstClr>
                </a:solidFill>
              </a:rPr>
              <a:pPr defTabSz="914377"/>
              <a:t>‹#›</a:t>
            </a:fld>
            <a:endParaRPr lang="en-AU" dirty="0">
              <a:solidFill>
                <a:prstClr val="black">
                  <a:tint val="75000"/>
                </a:prstClr>
              </a:solidFill>
            </a:endParaRPr>
          </a:p>
        </p:txBody>
      </p:sp>
    </p:spTree>
    <p:extLst>
      <p:ext uri="{BB962C8B-B14F-4D97-AF65-F5344CB8AC3E}">
        <p14:creationId xmlns:p14="http://schemas.microsoft.com/office/powerpoint/2010/main" val="3622956995"/>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85346" y="339502"/>
            <a:ext cx="7765322" cy="727838"/>
          </a:xfrm>
        </p:spPr>
        <p:txBody>
          <a:bodyPr/>
          <a:lstStyle>
            <a:lvl1pPr algn="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9BFF7A-E2AE-4D14-A20F-A337FA7C1D24}" type="datetime1">
              <a:rPr lang="en-AU" smtClean="0">
                <a:solidFill>
                  <a:prstClr val="black">
                    <a:tint val="75000"/>
                  </a:prstClr>
                </a:solidFill>
              </a:rPr>
              <a:t>20/02/2026</a:t>
            </a:fld>
            <a:endParaRPr lang="en-AU"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AU"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5670E94-029C-4BA8-8D44-FBB339E4924F}" type="slidenum">
              <a:rPr lang="en-AU" smtClean="0">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165553096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457200"/>
            <a:ext cx="1713365" cy="38862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457200"/>
            <a:ext cx="5937654" cy="38862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B04059-5010-4B35-A325-FAC8C5680833}" type="datetime1">
              <a:rPr lang="en-AU" smtClean="0">
                <a:solidFill>
                  <a:prstClr val="black">
                    <a:tint val="75000"/>
                  </a:prstClr>
                </a:solidFill>
              </a:rPr>
              <a:t>20/02/2026</a:t>
            </a:fld>
            <a:endParaRPr lang="en-AU"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AU"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55670E94-029C-4BA8-8D44-FBB339E4924F}" type="slidenum">
              <a:rPr lang="en-AU" smtClean="0">
                <a:solidFill>
                  <a:prstClr val="black">
                    <a:tint val="75000"/>
                  </a:prstClr>
                </a:solidFill>
              </a:rPr>
              <a:pPr/>
              <a:t>‹#›</a:t>
            </a:fld>
            <a:endParaRPr lang="en-AU" dirty="0">
              <a:solidFill>
                <a:prstClr val="black">
                  <a:tint val="75000"/>
                </a:prstClr>
              </a:solidFill>
            </a:endParaRPr>
          </a:p>
        </p:txBody>
      </p:sp>
    </p:spTree>
    <p:extLst>
      <p:ext uri="{BB962C8B-B14F-4D97-AF65-F5344CB8AC3E}">
        <p14:creationId xmlns:p14="http://schemas.microsoft.com/office/powerpoint/2010/main" val="4107351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2.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19" Type="http://schemas.openxmlformats.org/officeDocument/2006/relationships/image" Target="../media/image2.PNG"/><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1645296" y="234420"/>
            <a:ext cx="5853411" cy="1138535"/>
          </a:xfrm>
          <a:prstGeom prst="rect">
            <a:avLst/>
          </a:prstGeom>
          <a:ln w="12700">
            <a:miter lim="400000"/>
          </a:ln>
          <a:extLst>
            <a:ext uri="{C572A759-6A51-4108-AA02-DFA0A04FC94B}">
              <ma14:wrappingTextBoxFlag xmlns:ma14="http://schemas.microsoft.com/office/mac/drawingml/2011/main" xmlns="" val="1"/>
            </a:ext>
          </a:extLst>
        </p:spPr>
        <p:txBody>
          <a:bodyPr lIns="29993" tIns="29993" rIns="29993" bIns="29993" anchor="ctr">
            <a:normAutofit/>
          </a:bodyPr>
          <a:lstStyle/>
          <a:p>
            <a:r>
              <a:t>Title Text</a:t>
            </a:r>
          </a:p>
        </p:txBody>
      </p:sp>
      <p:sp>
        <p:nvSpPr>
          <p:cNvPr id="3" name="Shape 3"/>
          <p:cNvSpPr>
            <a:spLocks noGrp="1"/>
          </p:cNvSpPr>
          <p:nvPr>
            <p:ph type="body" idx="1"/>
          </p:nvPr>
        </p:nvSpPr>
        <p:spPr>
          <a:xfrm>
            <a:off x="1645296" y="1372945"/>
            <a:ext cx="5853411" cy="3315147"/>
          </a:xfrm>
          <a:prstGeom prst="rect">
            <a:avLst/>
          </a:prstGeom>
          <a:ln w="12700">
            <a:miter lim="400000"/>
          </a:ln>
          <a:extLst>
            <a:ext uri="{C572A759-6A51-4108-AA02-DFA0A04FC94B}">
              <ma14:wrappingTextBoxFlag xmlns:ma14="http://schemas.microsoft.com/office/mac/drawingml/2011/main" xmlns="" val="1"/>
            </a:ext>
          </a:extLst>
        </p:spPr>
        <p:txBody>
          <a:bodyPr lIns="29993" tIns="29993" rIns="29993" bIns="29993"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4459820" y="4878958"/>
            <a:ext cx="217666" cy="214460"/>
          </a:xfrm>
          <a:prstGeom prst="rect">
            <a:avLst/>
          </a:prstGeom>
          <a:ln w="12700">
            <a:miter lim="400000"/>
          </a:ln>
        </p:spPr>
        <p:txBody>
          <a:bodyPr wrap="none" lIns="29993" tIns="29993" rIns="29993" bIns="29993">
            <a:spAutoFit/>
          </a:bodyPr>
          <a:lstStyle>
            <a:lvl1pPr>
              <a:defRPr sz="1000"/>
            </a:lvl1pPr>
          </a:lstStyle>
          <a:p>
            <a:pPr algn="ctr" defTabSz="344937" hangingPunct="0"/>
            <a:fld id="{86CB4B4D-7CA3-9044-876B-883B54F8677D}" type="slidenum">
              <a:rPr lang="en-AU" kern="0" smtClean="0">
                <a:solidFill>
                  <a:srgbClr val="000000"/>
                </a:solidFill>
                <a:latin typeface="Helvetica Light"/>
                <a:sym typeface="Helvetica Light"/>
              </a:rPr>
              <a:pPr algn="ctr" defTabSz="344937" hangingPunct="0"/>
              <a:t>‹#›</a:t>
            </a:fld>
            <a:endParaRPr lang="en-AU" kern="0" dirty="0">
              <a:solidFill>
                <a:srgbClr val="000000"/>
              </a:solidFill>
              <a:latin typeface="Helvetica Light"/>
              <a:sym typeface="Helvetica Light"/>
            </a:endParaRPr>
          </a:p>
        </p:txBody>
      </p:sp>
    </p:spTree>
    <p:extLst>
      <p:ext uri="{BB962C8B-B14F-4D97-AF65-F5344CB8AC3E}">
        <p14:creationId xmlns:p14="http://schemas.microsoft.com/office/powerpoint/2010/main" val="9345974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spd="med"/>
  <p:hf hdr="0" ftr="0" dt="0"/>
  <p:txStyles>
    <p:titleStyle>
      <a:lvl1pPr marL="0" marR="0" indent="0" algn="ctr" defTabSz="344937" rtl="0" latinLnBrk="0">
        <a:lnSpc>
          <a:spcPct val="100000"/>
        </a:lnSpc>
        <a:spcBef>
          <a:spcPts val="0"/>
        </a:spcBef>
        <a:spcAft>
          <a:spcPts val="0"/>
        </a:spcAft>
        <a:buClrTx/>
        <a:buSzTx/>
        <a:buFontTx/>
        <a:buNone/>
        <a:tabLst/>
        <a:defRPr sz="4700" b="0" i="0" u="none" strike="noStrike" cap="none" spc="0" baseline="0">
          <a:ln>
            <a:noFill/>
          </a:ln>
          <a:solidFill>
            <a:srgbClr val="FFFFFF"/>
          </a:solidFill>
          <a:uFillTx/>
          <a:latin typeface="+mj-lt"/>
          <a:ea typeface="+mj-ea"/>
          <a:cs typeface="+mj-cs"/>
          <a:sym typeface="UWA"/>
        </a:defRPr>
      </a:lvl1pPr>
      <a:lvl2pPr marL="0" marR="0" indent="95988" algn="ctr" defTabSz="344937" rtl="0" latinLnBrk="0">
        <a:lnSpc>
          <a:spcPct val="100000"/>
        </a:lnSpc>
        <a:spcBef>
          <a:spcPts val="0"/>
        </a:spcBef>
        <a:spcAft>
          <a:spcPts val="0"/>
        </a:spcAft>
        <a:buClrTx/>
        <a:buSzTx/>
        <a:buFontTx/>
        <a:buNone/>
        <a:tabLst/>
        <a:defRPr sz="4700" b="0" i="0" u="none" strike="noStrike" cap="none" spc="0" baseline="0">
          <a:ln>
            <a:noFill/>
          </a:ln>
          <a:solidFill>
            <a:srgbClr val="FFFFFF"/>
          </a:solidFill>
          <a:uFillTx/>
          <a:latin typeface="+mj-lt"/>
          <a:ea typeface="+mj-ea"/>
          <a:cs typeface="+mj-cs"/>
          <a:sym typeface="UWA"/>
        </a:defRPr>
      </a:lvl2pPr>
      <a:lvl3pPr marL="0" marR="0" indent="191965" algn="ctr" defTabSz="344937" rtl="0" latinLnBrk="0">
        <a:lnSpc>
          <a:spcPct val="100000"/>
        </a:lnSpc>
        <a:spcBef>
          <a:spcPts val="0"/>
        </a:spcBef>
        <a:spcAft>
          <a:spcPts val="0"/>
        </a:spcAft>
        <a:buClrTx/>
        <a:buSzTx/>
        <a:buFontTx/>
        <a:buNone/>
        <a:tabLst/>
        <a:defRPr sz="4700" b="0" i="0" u="none" strike="noStrike" cap="none" spc="0" baseline="0">
          <a:ln>
            <a:noFill/>
          </a:ln>
          <a:solidFill>
            <a:srgbClr val="FFFFFF"/>
          </a:solidFill>
          <a:uFillTx/>
          <a:latin typeface="+mj-lt"/>
          <a:ea typeface="+mj-ea"/>
          <a:cs typeface="+mj-cs"/>
          <a:sym typeface="UWA"/>
        </a:defRPr>
      </a:lvl3pPr>
      <a:lvl4pPr marL="0" marR="0" indent="287951" algn="ctr" defTabSz="344937" rtl="0" latinLnBrk="0">
        <a:lnSpc>
          <a:spcPct val="100000"/>
        </a:lnSpc>
        <a:spcBef>
          <a:spcPts val="0"/>
        </a:spcBef>
        <a:spcAft>
          <a:spcPts val="0"/>
        </a:spcAft>
        <a:buClrTx/>
        <a:buSzTx/>
        <a:buFontTx/>
        <a:buNone/>
        <a:tabLst/>
        <a:defRPr sz="4700" b="0" i="0" u="none" strike="noStrike" cap="none" spc="0" baseline="0">
          <a:ln>
            <a:noFill/>
          </a:ln>
          <a:solidFill>
            <a:srgbClr val="FFFFFF"/>
          </a:solidFill>
          <a:uFillTx/>
          <a:latin typeface="+mj-lt"/>
          <a:ea typeface="+mj-ea"/>
          <a:cs typeface="+mj-cs"/>
          <a:sym typeface="UWA"/>
        </a:defRPr>
      </a:lvl4pPr>
      <a:lvl5pPr marL="0" marR="0" indent="383938" algn="ctr" defTabSz="344937" rtl="0" latinLnBrk="0">
        <a:lnSpc>
          <a:spcPct val="100000"/>
        </a:lnSpc>
        <a:spcBef>
          <a:spcPts val="0"/>
        </a:spcBef>
        <a:spcAft>
          <a:spcPts val="0"/>
        </a:spcAft>
        <a:buClrTx/>
        <a:buSzTx/>
        <a:buFontTx/>
        <a:buNone/>
        <a:tabLst/>
        <a:defRPr sz="4700" b="0" i="0" u="none" strike="noStrike" cap="none" spc="0" baseline="0">
          <a:ln>
            <a:noFill/>
          </a:ln>
          <a:solidFill>
            <a:srgbClr val="FFFFFF"/>
          </a:solidFill>
          <a:uFillTx/>
          <a:latin typeface="+mj-lt"/>
          <a:ea typeface="+mj-ea"/>
          <a:cs typeface="+mj-cs"/>
          <a:sym typeface="UWA"/>
        </a:defRPr>
      </a:lvl5pPr>
      <a:lvl6pPr marL="0" marR="0" indent="479916" algn="ctr" defTabSz="344937" rtl="0" latinLnBrk="0">
        <a:lnSpc>
          <a:spcPct val="100000"/>
        </a:lnSpc>
        <a:spcBef>
          <a:spcPts val="0"/>
        </a:spcBef>
        <a:spcAft>
          <a:spcPts val="0"/>
        </a:spcAft>
        <a:buClrTx/>
        <a:buSzTx/>
        <a:buFontTx/>
        <a:buNone/>
        <a:tabLst/>
        <a:defRPr sz="4700" b="0" i="0" u="none" strike="noStrike" cap="none" spc="0" baseline="0">
          <a:ln>
            <a:noFill/>
          </a:ln>
          <a:solidFill>
            <a:srgbClr val="FFFFFF"/>
          </a:solidFill>
          <a:uFillTx/>
          <a:latin typeface="+mj-lt"/>
          <a:ea typeface="+mj-ea"/>
          <a:cs typeface="+mj-cs"/>
          <a:sym typeface="UWA"/>
        </a:defRPr>
      </a:lvl6pPr>
      <a:lvl7pPr marL="0" marR="0" indent="575904" algn="ctr" defTabSz="344937" rtl="0" latinLnBrk="0">
        <a:lnSpc>
          <a:spcPct val="100000"/>
        </a:lnSpc>
        <a:spcBef>
          <a:spcPts val="0"/>
        </a:spcBef>
        <a:spcAft>
          <a:spcPts val="0"/>
        </a:spcAft>
        <a:buClrTx/>
        <a:buSzTx/>
        <a:buFontTx/>
        <a:buNone/>
        <a:tabLst/>
        <a:defRPr sz="4700" b="0" i="0" u="none" strike="noStrike" cap="none" spc="0" baseline="0">
          <a:ln>
            <a:noFill/>
          </a:ln>
          <a:solidFill>
            <a:srgbClr val="FFFFFF"/>
          </a:solidFill>
          <a:uFillTx/>
          <a:latin typeface="+mj-lt"/>
          <a:ea typeface="+mj-ea"/>
          <a:cs typeface="+mj-cs"/>
          <a:sym typeface="UWA"/>
        </a:defRPr>
      </a:lvl7pPr>
      <a:lvl8pPr marL="0" marR="0" indent="671881" algn="ctr" defTabSz="344937" rtl="0" latinLnBrk="0">
        <a:lnSpc>
          <a:spcPct val="100000"/>
        </a:lnSpc>
        <a:spcBef>
          <a:spcPts val="0"/>
        </a:spcBef>
        <a:spcAft>
          <a:spcPts val="0"/>
        </a:spcAft>
        <a:buClrTx/>
        <a:buSzTx/>
        <a:buFontTx/>
        <a:buNone/>
        <a:tabLst/>
        <a:defRPr sz="4700" b="0" i="0" u="none" strike="noStrike" cap="none" spc="0" baseline="0">
          <a:ln>
            <a:noFill/>
          </a:ln>
          <a:solidFill>
            <a:srgbClr val="FFFFFF"/>
          </a:solidFill>
          <a:uFillTx/>
          <a:latin typeface="+mj-lt"/>
          <a:ea typeface="+mj-ea"/>
          <a:cs typeface="+mj-cs"/>
          <a:sym typeface="UWA"/>
        </a:defRPr>
      </a:lvl8pPr>
      <a:lvl9pPr marL="0" marR="0" indent="767867" algn="ctr" defTabSz="344937" rtl="0" latinLnBrk="0">
        <a:lnSpc>
          <a:spcPct val="100000"/>
        </a:lnSpc>
        <a:spcBef>
          <a:spcPts val="0"/>
        </a:spcBef>
        <a:spcAft>
          <a:spcPts val="0"/>
        </a:spcAft>
        <a:buClrTx/>
        <a:buSzTx/>
        <a:buFontTx/>
        <a:buNone/>
        <a:tabLst/>
        <a:defRPr sz="4700" b="0" i="0" u="none" strike="noStrike" cap="none" spc="0" baseline="0">
          <a:ln>
            <a:noFill/>
          </a:ln>
          <a:solidFill>
            <a:srgbClr val="FFFFFF"/>
          </a:solidFill>
          <a:uFillTx/>
          <a:latin typeface="+mj-lt"/>
          <a:ea typeface="+mj-ea"/>
          <a:cs typeface="+mj-cs"/>
          <a:sym typeface="UWA"/>
        </a:defRPr>
      </a:lvl9pPr>
    </p:titleStyle>
    <p:bodyStyle>
      <a:lvl1pPr marL="155527" marR="0" indent="-155527" algn="l" defTabSz="344937" rtl="0" latinLnBrk="0">
        <a:lnSpc>
          <a:spcPct val="100000"/>
        </a:lnSpc>
        <a:spcBef>
          <a:spcPts val="2479"/>
        </a:spcBef>
        <a:spcAft>
          <a:spcPts val="0"/>
        </a:spcAft>
        <a:buClrTx/>
        <a:buSzPct val="75000"/>
        <a:buFontTx/>
        <a:buChar char="•"/>
        <a:tabLst/>
        <a:defRPr sz="1300" b="0" i="0" u="none" strike="noStrike" cap="none" spc="0" baseline="0">
          <a:ln>
            <a:noFill/>
          </a:ln>
          <a:solidFill>
            <a:srgbClr val="000000"/>
          </a:solidFill>
          <a:uFillTx/>
          <a:latin typeface="+mn-lt"/>
          <a:ea typeface="+mn-ea"/>
          <a:cs typeface="+mn-cs"/>
          <a:sym typeface="Source Sans Pro"/>
        </a:defRPr>
      </a:lvl1pPr>
      <a:lvl2pPr marL="342159" marR="0" indent="-155527" algn="l" defTabSz="344937" rtl="0" latinLnBrk="0">
        <a:lnSpc>
          <a:spcPct val="100000"/>
        </a:lnSpc>
        <a:spcBef>
          <a:spcPts val="2479"/>
        </a:spcBef>
        <a:spcAft>
          <a:spcPts val="0"/>
        </a:spcAft>
        <a:buClrTx/>
        <a:buSzPct val="75000"/>
        <a:buFontTx/>
        <a:buChar char="•"/>
        <a:tabLst/>
        <a:defRPr sz="1300" b="0" i="0" u="none" strike="noStrike" cap="none" spc="0" baseline="0">
          <a:ln>
            <a:noFill/>
          </a:ln>
          <a:solidFill>
            <a:srgbClr val="000000"/>
          </a:solidFill>
          <a:uFillTx/>
          <a:latin typeface="+mn-lt"/>
          <a:ea typeface="+mn-ea"/>
          <a:cs typeface="+mn-cs"/>
          <a:sym typeface="Source Sans Pro"/>
        </a:defRPr>
      </a:lvl2pPr>
      <a:lvl3pPr marL="528799" marR="0" indent="-155527" algn="l" defTabSz="344937" rtl="0" latinLnBrk="0">
        <a:lnSpc>
          <a:spcPct val="100000"/>
        </a:lnSpc>
        <a:spcBef>
          <a:spcPts val="2479"/>
        </a:spcBef>
        <a:spcAft>
          <a:spcPts val="0"/>
        </a:spcAft>
        <a:buClrTx/>
        <a:buSzPct val="75000"/>
        <a:buFontTx/>
        <a:buChar char="•"/>
        <a:tabLst/>
        <a:defRPr sz="1300" b="0" i="0" u="none" strike="noStrike" cap="none" spc="0" baseline="0">
          <a:ln>
            <a:noFill/>
          </a:ln>
          <a:solidFill>
            <a:srgbClr val="000000"/>
          </a:solidFill>
          <a:uFillTx/>
          <a:latin typeface="+mn-lt"/>
          <a:ea typeface="+mn-ea"/>
          <a:cs typeface="+mn-cs"/>
          <a:sym typeface="Source Sans Pro"/>
        </a:defRPr>
      </a:lvl3pPr>
      <a:lvl4pPr marL="715429" marR="0" indent="-155527" algn="l" defTabSz="344937" rtl="0" latinLnBrk="0">
        <a:lnSpc>
          <a:spcPct val="100000"/>
        </a:lnSpc>
        <a:spcBef>
          <a:spcPts val="2479"/>
        </a:spcBef>
        <a:spcAft>
          <a:spcPts val="0"/>
        </a:spcAft>
        <a:buClrTx/>
        <a:buSzPct val="75000"/>
        <a:buFontTx/>
        <a:buChar char="•"/>
        <a:tabLst/>
        <a:defRPr sz="1300" b="0" i="0" u="none" strike="noStrike" cap="none" spc="0" baseline="0">
          <a:ln>
            <a:noFill/>
          </a:ln>
          <a:solidFill>
            <a:srgbClr val="000000"/>
          </a:solidFill>
          <a:uFillTx/>
          <a:latin typeface="+mn-lt"/>
          <a:ea typeface="+mn-ea"/>
          <a:cs typeface="+mn-cs"/>
          <a:sym typeface="Source Sans Pro"/>
        </a:defRPr>
      </a:lvl4pPr>
      <a:lvl5pPr marL="902065" marR="0" indent="-155527" algn="l" defTabSz="344937" rtl="0" latinLnBrk="0">
        <a:lnSpc>
          <a:spcPct val="100000"/>
        </a:lnSpc>
        <a:spcBef>
          <a:spcPts val="2479"/>
        </a:spcBef>
        <a:spcAft>
          <a:spcPts val="0"/>
        </a:spcAft>
        <a:buClrTx/>
        <a:buSzPct val="75000"/>
        <a:buFontTx/>
        <a:buChar char="•"/>
        <a:tabLst/>
        <a:defRPr sz="1300" b="0" i="0" u="none" strike="noStrike" cap="none" spc="0" baseline="0">
          <a:ln>
            <a:noFill/>
          </a:ln>
          <a:solidFill>
            <a:srgbClr val="000000"/>
          </a:solidFill>
          <a:uFillTx/>
          <a:latin typeface="+mn-lt"/>
          <a:ea typeface="+mn-ea"/>
          <a:cs typeface="+mn-cs"/>
          <a:sym typeface="Source Sans Pro"/>
        </a:defRPr>
      </a:lvl5pPr>
      <a:lvl6pPr marL="1088701" marR="0" indent="-155527" algn="l" defTabSz="344937" rtl="0" latinLnBrk="0">
        <a:lnSpc>
          <a:spcPct val="100000"/>
        </a:lnSpc>
        <a:spcBef>
          <a:spcPts val="2479"/>
        </a:spcBef>
        <a:spcAft>
          <a:spcPts val="0"/>
        </a:spcAft>
        <a:buClrTx/>
        <a:buSzPct val="75000"/>
        <a:buFontTx/>
        <a:buChar char="•"/>
        <a:tabLst/>
        <a:defRPr sz="1300" b="0" i="0" u="none" strike="noStrike" cap="none" spc="0" baseline="0">
          <a:ln>
            <a:noFill/>
          </a:ln>
          <a:solidFill>
            <a:srgbClr val="000000"/>
          </a:solidFill>
          <a:uFillTx/>
          <a:latin typeface="+mn-lt"/>
          <a:ea typeface="+mn-ea"/>
          <a:cs typeface="+mn-cs"/>
          <a:sym typeface="Source Sans Pro"/>
        </a:defRPr>
      </a:lvl6pPr>
      <a:lvl7pPr marL="1275331" marR="0" indent="-155527" algn="l" defTabSz="344937" rtl="0" latinLnBrk="0">
        <a:lnSpc>
          <a:spcPct val="100000"/>
        </a:lnSpc>
        <a:spcBef>
          <a:spcPts val="2479"/>
        </a:spcBef>
        <a:spcAft>
          <a:spcPts val="0"/>
        </a:spcAft>
        <a:buClrTx/>
        <a:buSzPct val="75000"/>
        <a:buFontTx/>
        <a:buChar char="•"/>
        <a:tabLst/>
        <a:defRPr sz="1300" b="0" i="0" u="none" strike="noStrike" cap="none" spc="0" baseline="0">
          <a:ln>
            <a:noFill/>
          </a:ln>
          <a:solidFill>
            <a:srgbClr val="000000"/>
          </a:solidFill>
          <a:uFillTx/>
          <a:latin typeface="+mn-lt"/>
          <a:ea typeface="+mn-ea"/>
          <a:cs typeface="+mn-cs"/>
          <a:sym typeface="Source Sans Pro"/>
        </a:defRPr>
      </a:lvl7pPr>
      <a:lvl8pPr marL="1461971" marR="0" indent="-155527" algn="l" defTabSz="344937" rtl="0" latinLnBrk="0">
        <a:lnSpc>
          <a:spcPct val="100000"/>
        </a:lnSpc>
        <a:spcBef>
          <a:spcPts val="2479"/>
        </a:spcBef>
        <a:spcAft>
          <a:spcPts val="0"/>
        </a:spcAft>
        <a:buClrTx/>
        <a:buSzPct val="75000"/>
        <a:buFontTx/>
        <a:buChar char="•"/>
        <a:tabLst/>
        <a:defRPr sz="1300" b="0" i="0" u="none" strike="noStrike" cap="none" spc="0" baseline="0">
          <a:ln>
            <a:noFill/>
          </a:ln>
          <a:solidFill>
            <a:srgbClr val="000000"/>
          </a:solidFill>
          <a:uFillTx/>
          <a:latin typeface="+mn-lt"/>
          <a:ea typeface="+mn-ea"/>
          <a:cs typeface="+mn-cs"/>
          <a:sym typeface="Source Sans Pro"/>
        </a:defRPr>
      </a:lvl8pPr>
      <a:lvl9pPr marL="1648603" marR="0" indent="-155527" algn="l" defTabSz="344937" rtl="0" latinLnBrk="0">
        <a:lnSpc>
          <a:spcPct val="100000"/>
        </a:lnSpc>
        <a:spcBef>
          <a:spcPts val="2479"/>
        </a:spcBef>
        <a:spcAft>
          <a:spcPts val="0"/>
        </a:spcAft>
        <a:buClrTx/>
        <a:buSzPct val="75000"/>
        <a:buFontTx/>
        <a:buChar char="•"/>
        <a:tabLst/>
        <a:defRPr sz="1300" b="0" i="0" u="none" strike="noStrike" cap="none" spc="0" baseline="0">
          <a:ln>
            <a:noFill/>
          </a:ln>
          <a:solidFill>
            <a:srgbClr val="000000"/>
          </a:solidFill>
          <a:uFillTx/>
          <a:latin typeface="+mn-lt"/>
          <a:ea typeface="+mn-ea"/>
          <a:cs typeface="+mn-cs"/>
          <a:sym typeface="Source Sans Pro"/>
        </a:defRPr>
      </a:lvl9pPr>
    </p:bodyStyle>
    <p:otherStyle>
      <a:lvl1pPr marL="0" marR="0" indent="0" algn="ctr" defTabSz="344937"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Light"/>
        </a:defRPr>
      </a:lvl1pPr>
      <a:lvl2pPr marL="0" marR="0" indent="95988" algn="ctr" defTabSz="344937"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Light"/>
        </a:defRPr>
      </a:lvl2pPr>
      <a:lvl3pPr marL="0" marR="0" indent="191965" algn="ctr" defTabSz="344937"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Light"/>
        </a:defRPr>
      </a:lvl3pPr>
      <a:lvl4pPr marL="0" marR="0" indent="287951" algn="ctr" defTabSz="344937"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Light"/>
        </a:defRPr>
      </a:lvl4pPr>
      <a:lvl5pPr marL="0" marR="0" indent="383938" algn="ctr" defTabSz="344937"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Light"/>
        </a:defRPr>
      </a:lvl5pPr>
      <a:lvl6pPr marL="0" marR="0" indent="479916" algn="ctr" defTabSz="344937"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Light"/>
        </a:defRPr>
      </a:lvl6pPr>
      <a:lvl7pPr marL="0" marR="0" indent="575904" algn="ctr" defTabSz="344937"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Light"/>
        </a:defRPr>
      </a:lvl7pPr>
      <a:lvl8pPr marL="0" marR="0" indent="671881" algn="ctr" defTabSz="344937"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Light"/>
        </a:defRPr>
      </a:lvl8pPr>
      <a:lvl9pPr marL="0" marR="0" indent="767867" algn="ctr" defTabSz="344937" rtl="0" latinLnBrk="0">
        <a:lnSpc>
          <a:spcPct val="100000"/>
        </a:lnSpc>
        <a:spcBef>
          <a:spcPts val="0"/>
        </a:spcBef>
        <a:spcAft>
          <a:spcPts val="0"/>
        </a:spcAft>
        <a:buClrTx/>
        <a:buSzTx/>
        <a:buFontTx/>
        <a:buNone/>
        <a:tabLst/>
        <a:defRPr sz="1000" b="0" i="0" u="none" strike="noStrike" cap="none" spc="0" baseline="0">
          <a:ln>
            <a:noFill/>
          </a:ln>
          <a:solidFill>
            <a:schemeClr val="tx1"/>
          </a:solidFill>
          <a:uFillTx/>
          <a:latin typeface="+mn-lt"/>
          <a:ea typeface="+mn-ea"/>
          <a:cs typeface="+mn-cs"/>
          <a:sym typeface="Helvetica Ligh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23478"/>
            <a:ext cx="6096000" cy="857250"/>
          </a:xfrm>
          <a:prstGeom prst="rect">
            <a:avLst/>
          </a:prstGeom>
        </p:spPr>
        <p:txBody>
          <a:bodyPr vert="horz" lIns="91440" tIns="45720" rIns="91440" bIns="45720" rtlCol="0" anchor="ctr">
            <a:noAutofit/>
          </a:bodyPr>
          <a:lstStyle/>
          <a:p>
            <a:r>
              <a:rPr lang="en-US" dirty="0"/>
              <a:t>Click to edit Master title style</a:t>
            </a:r>
            <a:endParaRPr lang="en-AU"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914377"/>
            <a:fld id="{55670E94-029C-4BA8-8D44-FBB339E4924F}" type="slidenum">
              <a:rPr lang="en-AU" smtClean="0">
                <a:solidFill>
                  <a:prstClr val="black">
                    <a:tint val="75000"/>
                  </a:prstClr>
                </a:solidFill>
              </a:rPr>
              <a:pPr defTabSz="914377"/>
              <a:t>‹#›</a:t>
            </a:fld>
            <a:endParaRPr lang="en-AU" dirty="0">
              <a:solidFill>
                <a:prstClr val="black">
                  <a:tint val="75000"/>
                </a:prstClr>
              </a:solidFill>
            </a:endParaRPr>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1071432"/>
            <a:ext cx="9144000" cy="60158"/>
          </a:xfrm>
          <a:prstGeom prst="rect">
            <a:avLst/>
          </a:prstGeom>
        </p:spPr>
      </p:pic>
      <p:pic>
        <p:nvPicPr>
          <p:cNvPr id="8" name="Picture 7"/>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6876256" y="195486"/>
            <a:ext cx="1742197" cy="651124"/>
          </a:xfrm>
          <a:prstGeom prst="rect">
            <a:avLst/>
          </a:prstGeom>
        </p:spPr>
      </p:pic>
    </p:spTree>
    <p:extLst>
      <p:ext uri="{BB962C8B-B14F-4D97-AF65-F5344CB8AC3E}">
        <p14:creationId xmlns:p14="http://schemas.microsoft.com/office/powerpoint/2010/main" val="3564773878"/>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hdr="0" ftr="0" dt="0"/>
  <p:txStyles>
    <p:titleStyle>
      <a:lvl1pPr algn="l" defTabSz="914377" rtl="0" eaLnBrk="1" latinLnBrk="0" hangingPunct="1">
        <a:spcBef>
          <a:spcPct val="0"/>
        </a:spcBef>
        <a:buNone/>
        <a:defRPr sz="3600" kern="1200">
          <a:solidFill>
            <a:srgbClr val="2F35AD"/>
          </a:solidFill>
          <a:latin typeface="Arial Black" panose="020B0A04020102020204" pitchFamily="34" charset="0"/>
          <a:ea typeface="+mj-ea"/>
          <a:cs typeface="+mj-cs"/>
        </a:defRPr>
      </a:lvl1pPr>
    </p:titleStyle>
    <p:bodyStyle>
      <a:lvl1pPr marL="342891" indent="-342891" algn="l" defTabSz="914377"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32" indent="-285744" algn="l" defTabSz="914377"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457200"/>
            <a:ext cx="7765322" cy="727838"/>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299337"/>
            <a:ext cx="7765322" cy="3044063"/>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4412457"/>
            <a:ext cx="2057400" cy="273844"/>
          </a:xfrm>
          <a:prstGeom prst="rect">
            <a:avLst/>
          </a:prstGeom>
        </p:spPr>
        <p:txBody>
          <a:bodyPr vert="horz" lIns="91440" tIns="45720" rIns="91440" bIns="45720" rtlCol="0" anchor="ctr"/>
          <a:lstStyle>
            <a:lvl1pPr algn="r">
              <a:defRPr sz="750">
                <a:solidFill>
                  <a:schemeClr val="tx1">
                    <a:lumMod val="95000"/>
                  </a:schemeClr>
                </a:solidFill>
                <a:effectLst>
                  <a:outerShdw blurRad="50800" dist="38100" dir="2700000" algn="tl" rotWithShape="0">
                    <a:schemeClr val="bg1">
                      <a:alpha val="43000"/>
                    </a:schemeClr>
                  </a:outerShdw>
                </a:effectLst>
              </a:defRPr>
            </a:lvl1pPr>
          </a:lstStyle>
          <a:p>
            <a:fld id="{8E36636D-D922-432D-A958-524484B5923D}" type="datetimeFigureOut">
              <a:rPr lang="en-US" dirty="0"/>
              <a:pPr/>
              <a:t>2/20/2026</a:t>
            </a:fld>
            <a:endParaRPr lang="en-US" dirty="0"/>
          </a:p>
        </p:txBody>
      </p:sp>
      <p:sp>
        <p:nvSpPr>
          <p:cNvPr id="5" name="Footer Placeholder 4"/>
          <p:cNvSpPr>
            <a:spLocks noGrp="1"/>
          </p:cNvSpPr>
          <p:nvPr>
            <p:ph type="ftr" sz="quarter" idx="3"/>
          </p:nvPr>
        </p:nvSpPr>
        <p:spPr>
          <a:xfrm>
            <a:off x="685347" y="4412457"/>
            <a:ext cx="5004649" cy="273844"/>
          </a:xfrm>
          <a:prstGeom prst="rect">
            <a:avLst/>
          </a:prstGeom>
        </p:spPr>
        <p:txBody>
          <a:bodyPr vert="horz" lIns="91440" tIns="45720" rIns="91440" bIns="45720" rtlCol="0" anchor="ctr"/>
          <a:lstStyle>
            <a:lvl1pPr algn="l">
              <a:defRPr sz="75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7885509" y="4412457"/>
            <a:ext cx="565159" cy="273844"/>
          </a:xfrm>
          <a:prstGeom prst="rect">
            <a:avLst/>
          </a:prstGeom>
        </p:spPr>
        <p:txBody>
          <a:bodyPr vert="horz" lIns="91440" tIns="45720" rIns="91440" bIns="45720" rtlCol="0" anchor="ctr"/>
          <a:lstStyle>
            <a:lvl1pPr algn="r">
              <a:defRPr sz="750">
                <a:solidFill>
                  <a:schemeClr val="tx1">
                    <a:lumMod val="95000"/>
                  </a:schemeClr>
                </a:solidFill>
                <a:effectLst>
                  <a:outerShdw blurRad="50800" dist="38100" dir="2700000" algn="tl" rotWithShape="0">
                    <a:schemeClr val="bg1">
                      <a:alpha val="43000"/>
                    </a:schemeClr>
                  </a:outerShdw>
                </a:effectLst>
              </a:defRPr>
            </a:lvl1pPr>
          </a:lstStyle>
          <a:p>
            <a:pPr algn="ctr" defTabSz="344937" hangingPunct="0"/>
            <a:fld id="{86CB4B4D-7CA3-9044-876B-883B54F8677D}" type="slidenum">
              <a:rPr lang="en-AU" kern="0" smtClean="0">
                <a:solidFill>
                  <a:srgbClr val="000000"/>
                </a:solidFill>
                <a:latin typeface="Helvetica Light"/>
                <a:sym typeface="Helvetica Light"/>
              </a:rPr>
              <a:pPr algn="ctr" defTabSz="344937" hangingPunct="0"/>
              <a:t>‹#›</a:t>
            </a:fld>
            <a:endParaRPr lang="en-AU" kern="0" dirty="0">
              <a:solidFill>
                <a:srgbClr val="000000"/>
              </a:solidFill>
              <a:latin typeface="Helvetica Light"/>
              <a:sym typeface="Helvetica Light"/>
            </a:endParaRPr>
          </a:p>
        </p:txBody>
      </p:sp>
      <p:pic>
        <p:nvPicPr>
          <p:cNvPr id="7" name="Picture 6">
            <a:extLst>
              <a:ext uri="{FF2B5EF4-FFF2-40B4-BE49-F238E27FC236}">
                <a16:creationId xmlns:a16="http://schemas.microsoft.com/office/drawing/2014/main" id="{8307B5A5-F718-405E-A567-88240FCEB5FF}"/>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0" y="1215448"/>
            <a:ext cx="9144000" cy="60158"/>
          </a:xfrm>
          <a:prstGeom prst="rect">
            <a:avLst/>
          </a:prstGeom>
        </p:spPr>
      </p:pic>
    </p:spTree>
    <p:extLst>
      <p:ext uri="{BB962C8B-B14F-4D97-AF65-F5344CB8AC3E}">
        <p14:creationId xmlns:p14="http://schemas.microsoft.com/office/powerpoint/2010/main" val="1047301612"/>
      </p:ext>
    </p:extLst>
  </p:cSld>
  <p:clrMap bg1="dk1" tx1="lt1" bg2="dk2" tx2="lt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 id="2147483757" r:id="rId17"/>
  </p:sldLayoutIdLst>
  <p:hf hdr="0" ftr="0" dt="0"/>
  <p:txStyles>
    <p:titleStyle>
      <a:lvl1pPr algn="ctr" defTabSz="342900" rtl="0" eaLnBrk="1" latinLnBrk="0" hangingPunct="1">
        <a:spcBef>
          <a:spcPct val="0"/>
        </a:spcBef>
        <a:buNone/>
        <a:defRPr sz="3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29500" algn="l" defTabSz="342900" rtl="0" eaLnBrk="1" latinLnBrk="0" hangingPunct="1">
        <a:spcBef>
          <a:spcPct val="20000"/>
        </a:spcBef>
        <a:spcAft>
          <a:spcPts val="45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540000" indent="-202500" algn="l" defTabSz="342900" rtl="0" eaLnBrk="1" latinLnBrk="0" hangingPunct="1">
        <a:spcBef>
          <a:spcPct val="20000"/>
        </a:spcBef>
        <a:spcAft>
          <a:spcPts val="450"/>
        </a:spcAft>
        <a:buClr>
          <a:schemeClr val="tx2"/>
        </a:buClr>
        <a:buSzPct val="70000"/>
        <a:buFont typeface="Wingdings 2" charset="2"/>
        <a:buChar char=""/>
        <a:defRPr sz="13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769500" indent="-162000" algn="l" defTabSz="342900" rtl="0" eaLnBrk="1" latinLnBrk="0" hangingPunct="1">
        <a:spcBef>
          <a:spcPct val="20000"/>
        </a:spcBef>
        <a:spcAft>
          <a:spcPts val="450"/>
        </a:spcAft>
        <a:buClr>
          <a:schemeClr val="tx2"/>
        </a:buClr>
        <a:buSzPct val="70000"/>
        <a:buFont typeface="Wingdings 2" charset="2"/>
        <a:buChar char=""/>
        <a:defRPr sz="1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039500" indent="-16200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255500" indent="-16200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15109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18013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0917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23296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11.jpeg"/><Relationship Id="rId7"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5.xml"/><Relationship Id="rId6" Type="http://schemas.openxmlformats.org/officeDocument/2006/relationships/image" Target="../media/image12.jpeg"/><Relationship Id="rId11" Type="http://schemas.openxmlformats.org/officeDocument/2006/relationships/image" Target="../media/image17.png"/><Relationship Id="rId5" Type="http://schemas.openxmlformats.org/officeDocument/2006/relationships/hyperlink" Target="mailto:arrison.gao@uwa.edu.au" TargetMode="External"/><Relationship Id="rId10" Type="http://schemas.openxmlformats.org/officeDocument/2006/relationships/image" Target="../media/image16.jpeg"/><Relationship Id="rId4" Type="http://schemas.openxmlformats.org/officeDocument/2006/relationships/hyperlink" Target="mailto:jin.hong@uwa.edu.au" TargetMode="External"/><Relationship Id="rId9" Type="http://schemas.openxmlformats.org/officeDocument/2006/relationships/image" Target="../media/image15.jpe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uwa.edu.au/about/campus-services/safety/hazards-incidents-and-emergencies/emergency-procedures" TargetMode="External"/><Relationship Id="rId1" Type="http://schemas.openxmlformats.org/officeDocument/2006/relationships/slideLayout" Target="../slideLayouts/slideLayout25.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0" name="Rectangle 139">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4002"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961758"/>
            <a:ext cx="9143997" cy="1193056"/>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3961758"/>
            <a:ext cx="6086475" cy="1193056"/>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3961758"/>
            <a:ext cx="9143998" cy="1193056"/>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53ED1A-4C9D-4B6B-804F-E25994DC2FBC}"/>
              </a:ext>
            </a:extLst>
          </p:cNvPr>
          <p:cNvSpPr>
            <a:spLocks noGrp="1"/>
          </p:cNvSpPr>
          <p:nvPr>
            <p:ph type="title"/>
          </p:nvPr>
        </p:nvSpPr>
        <p:spPr>
          <a:xfrm>
            <a:off x="524785" y="4118228"/>
            <a:ext cx="5221554" cy="869400"/>
          </a:xfrm>
        </p:spPr>
        <p:txBody>
          <a:bodyPr vert="horz" lIns="91440" tIns="45720" rIns="91440" bIns="45720" rtlCol="0" anchor="ctr">
            <a:normAutofit/>
          </a:bodyPr>
          <a:lstStyle/>
          <a:p>
            <a:pPr algn="l" defTabSz="914400">
              <a:spcBef>
                <a:spcPct val="0"/>
              </a:spcBef>
            </a:pPr>
            <a:r>
              <a:rPr lang="en-US" sz="3000" kern="1200" dirty="0"/>
              <a:t>1a. Introduction</a:t>
            </a:r>
          </a:p>
        </p:txBody>
      </p:sp>
      <p:sp>
        <p:nvSpPr>
          <p:cNvPr id="125" name="Shape 125"/>
          <p:cNvSpPr/>
          <p:nvPr/>
        </p:nvSpPr>
        <p:spPr>
          <a:xfrm>
            <a:off x="524786" y="4226524"/>
            <a:ext cx="5318474" cy="673936"/>
          </a:xfrm>
          <a:prstGeom prst="rect">
            <a:avLst/>
          </a:prstGeom>
          <a:extLst>
            <a:ext uri="{C572A759-6A51-4108-AA02-DFA0A04FC94B}">
              <ma14:wrappingTextBoxFlag xmlns:ma14="http://schemas.microsoft.com/office/mac/drawingml/2011/main" xmlns="" val="1"/>
            </a:ext>
          </a:extLst>
        </p:spPr>
        <p:txBody>
          <a:bodyPr vert="horz" lIns="91440" tIns="45720" rIns="91440" bIns="45720" rtlCol="0" anchor="ctr">
            <a:normAutofit/>
          </a:bodyPr>
          <a:lstStyle>
            <a:lvl1pPr>
              <a:defRPr sz="11200">
                <a:solidFill>
                  <a:srgbClr val="FFFFFF"/>
                </a:solidFill>
                <a:latin typeface="+mj-lt"/>
                <a:ea typeface="+mj-ea"/>
                <a:cs typeface="+mj-cs"/>
                <a:sym typeface="UWA"/>
              </a:defRPr>
            </a:lvl1pPr>
          </a:lstStyle>
          <a:p>
            <a:pPr defTabSz="914400">
              <a:lnSpc>
                <a:spcPct val="90000"/>
              </a:lnSpc>
              <a:spcBef>
                <a:spcPct val="0"/>
              </a:spcBef>
              <a:spcAft>
                <a:spcPts val="600"/>
              </a:spcAft>
            </a:pPr>
            <a:endParaRPr lang="en-US" sz="3000" kern="1200">
              <a:latin typeface="+mj-lt"/>
              <a:ea typeface="+mj-ea"/>
              <a:cs typeface="+mj-cs"/>
            </a:endParaRPr>
          </a:p>
        </p:txBody>
      </p:sp>
      <p:sp>
        <p:nvSpPr>
          <p:cNvPr id="126" name="Shape 126"/>
          <p:cNvSpPr/>
          <p:nvPr/>
        </p:nvSpPr>
        <p:spPr>
          <a:xfrm>
            <a:off x="6428630" y="4252072"/>
            <a:ext cx="2468879" cy="622840"/>
          </a:xfrm>
          <a:prstGeom prst="rect">
            <a:avLst/>
          </a:prstGeom>
          <a:extLst>
            <a:ext uri="{C572A759-6A51-4108-AA02-DFA0A04FC94B}">
              <ma14:wrappingTextBoxFlag xmlns:ma14="http://schemas.microsoft.com/office/mac/drawingml/2011/main" xmlns="" val="1"/>
            </a:ext>
          </a:extLst>
        </p:spPr>
        <p:txBody>
          <a:bodyPr vert="horz" lIns="91440" tIns="45720" rIns="91440" bIns="45720" rtlCol="0" anchor="ctr">
            <a:noAutofit/>
          </a:bodyPr>
          <a:lstStyle>
            <a:lvl1pPr algn="l">
              <a:defRPr sz="6000">
                <a:solidFill>
                  <a:srgbClr val="FFFFFF"/>
                </a:solidFill>
                <a:latin typeface="+mn-lt"/>
                <a:ea typeface="+mn-ea"/>
                <a:cs typeface="+mn-cs"/>
                <a:sym typeface="Source Sans Pro"/>
              </a:defRPr>
            </a:lvl1pPr>
          </a:lstStyle>
          <a:p>
            <a:pPr defTabSz="914400">
              <a:lnSpc>
                <a:spcPct val="90000"/>
              </a:lnSpc>
              <a:spcBef>
                <a:spcPts val="1000"/>
              </a:spcBef>
            </a:pPr>
            <a:endParaRPr lang="en-US" sz="1500" kern="1200">
              <a:latin typeface="+mn-lt"/>
              <a:ea typeface="+mn-ea"/>
              <a:cs typeface="+mn-cs"/>
            </a:endParaRPr>
          </a:p>
        </p:txBody>
      </p:sp>
      <p:sp>
        <p:nvSpPr>
          <p:cNvPr id="21" name="Shape 126">
            <a:extLst>
              <a:ext uri="{FF2B5EF4-FFF2-40B4-BE49-F238E27FC236}">
                <a16:creationId xmlns:a16="http://schemas.microsoft.com/office/drawing/2014/main" id="{C8EC224D-1385-46FC-85E8-55C4BE7FB8EC}"/>
              </a:ext>
            </a:extLst>
          </p:cNvPr>
          <p:cNvSpPr/>
          <p:nvPr/>
        </p:nvSpPr>
        <p:spPr>
          <a:xfrm>
            <a:off x="6428630" y="4258323"/>
            <a:ext cx="2468879" cy="622840"/>
          </a:xfrm>
          <a:prstGeom prst="rect">
            <a:avLst/>
          </a:prstGeom>
          <a:extLst>
            <a:ext uri="{C572A759-6A51-4108-AA02-DFA0A04FC94B}">
              <ma14:wrappingTextBoxFlag xmlns="" xmlns:ma14="http://schemas.microsoft.com/office/mac/drawingml/2011/main" val="1"/>
            </a:ext>
          </a:extLst>
        </p:spPr>
        <p:txBody>
          <a:bodyPr vert="horz" lIns="91440" tIns="45720" rIns="91440" bIns="45720" rtlCol="0" anchor="ctr">
            <a:noAutofit/>
          </a:bodyPr>
          <a:lstStyle>
            <a:lvl1pPr algn="l">
              <a:defRPr sz="6000">
                <a:solidFill>
                  <a:srgbClr val="FFFFFF"/>
                </a:solidFill>
                <a:latin typeface="+mn-lt"/>
                <a:ea typeface="+mn-ea"/>
                <a:cs typeface="+mn-cs"/>
                <a:sym typeface="Source Sans Pro"/>
              </a:defRPr>
            </a:lvl1pPr>
          </a:lstStyle>
          <a:p>
            <a:pPr defTabSz="914400">
              <a:lnSpc>
                <a:spcPct val="90000"/>
              </a:lnSpc>
              <a:spcBef>
                <a:spcPts val="1000"/>
              </a:spcBef>
            </a:pPr>
            <a:r>
              <a:rPr lang="en-US" sz="1500" dirty="0"/>
              <a:t>Garrison Gao</a:t>
            </a:r>
            <a:endParaRPr lang="en-US" sz="1500" kern="1200" dirty="0">
              <a:latin typeface="+mn-lt"/>
              <a:ea typeface="+mn-ea"/>
              <a:cs typeface="+mn-cs"/>
            </a:endParaRPr>
          </a:p>
          <a:p>
            <a:pPr defTabSz="914400">
              <a:lnSpc>
                <a:spcPct val="90000"/>
              </a:lnSpc>
              <a:spcBef>
                <a:spcPts val="1000"/>
              </a:spcBef>
            </a:pPr>
            <a:r>
              <a:rPr lang="en-US" sz="1500" dirty="0"/>
              <a:t>garrison.gao</a:t>
            </a:r>
            <a:r>
              <a:rPr lang="en-US" sz="1500" kern="1200" dirty="0">
                <a:latin typeface="+mn-lt"/>
                <a:ea typeface="+mn-ea"/>
                <a:cs typeface="+mn-cs"/>
              </a:rPr>
              <a:t>@uwa.edu.au</a:t>
            </a:r>
          </a:p>
        </p:txBody>
      </p:sp>
      <p:pic>
        <p:nvPicPr>
          <p:cNvPr id="1026" name="Picture 2" descr="Cybersecurity Expert | IT Security Specialist Service | CyberSecOp  Consulting Services">
            <a:extLst>
              <a:ext uri="{FF2B5EF4-FFF2-40B4-BE49-F238E27FC236}">
                <a16:creationId xmlns:a16="http://schemas.microsoft.com/office/drawing/2014/main" id="{EA193328-EAEB-0B86-FFC5-01727DEBEA1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5546" y="1275606"/>
            <a:ext cx="3836450" cy="215800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Why It's Important to Install Windows updates and patches – Zunesis">
            <a:extLst>
              <a:ext uri="{FF2B5EF4-FFF2-40B4-BE49-F238E27FC236}">
                <a16:creationId xmlns:a16="http://schemas.microsoft.com/office/drawing/2014/main" id="{A1EB9235-24FF-30A1-37C4-083FD2C422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9399" y="1275606"/>
            <a:ext cx="3145009" cy="217005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90C6C5B-8313-60DB-448F-522A8F38EB79}"/>
              </a:ext>
            </a:extLst>
          </p:cNvPr>
          <p:cNvSpPr txBox="1"/>
          <p:nvPr/>
        </p:nvSpPr>
        <p:spPr>
          <a:xfrm>
            <a:off x="0" y="314696"/>
            <a:ext cx="8532440" cy="9137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n-US" sz="5000" b="0" i="0" u="none" strike="noStrike" cap="none" spc="0" normalizeH="0" baseline="0" dirty="0">
                <a:ln>
                  <a:noFill/>
                </a:ln>
                <a:solidFill>
                  <a:srgbClr val="000000"/>
                </a:solidFill>
                <a:effectLst/>
                <a:uFillTx/>
                <a:latin typeface="Helvetica Light"/>
                <a:ea typeface="Helvetica Light"/>
                <a:cs typeface="Helvetica Light"/>
                <a:sym typeface="Helvetica Light"/>
              </a:rPr>
              <a:t>Expectations		Reality</a:t>
            </a:r>
          </a:p>
        </p:txBody>
      </p:sp>
    </p:spTree>
    <p:extLst>
      <p:ext uri="{BB962C8B-B14F-4D97-AF65-F5344CB8AC3E}">
        <p14:creationId xmlns:p14="http://schemas.microsoft.com/office/powerpoint/2010/main" val="3656232361"/>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5509" y="836676"/>
            <a:ext cx="2615712" cy="3470148"/>
          </a:xfrm>
        </p:spPr>
        <p:txBody>
          <a:bodyPr>
            <a:normAutofit/>
          </a:bodyPr>
          <a:lstStyle/>
          <a:p>
            <a:pPr algn="l"/>
            <a:r>
              <a:rPr lang="en-US" sz="2700" dirty="0"/>
              <a:t>1a. Introduction: outline</a:t>
            </a:r>
            <a:endParaRPr lang="en-AU" sz="2700" dirty="0"/>
          </a:p>
        </p:txBody>
      </p:sp>
      <p:sp>
        <p:nvSpPr>
          <p:cNvPr id="2" name="Content Placeholder 1"/>
          <p:cNvSpPr>
            <a:spLocks noGrp="1"/>
          </p:cNvSpPr>
          <p:nvPr>
            <p:ph idx="1"/>
          </p:nvPr>
        </p:nvSpPr>
        <p:spPr>
          <a:xfrm>
            <a:off x="3829048" y="836676"/>
            <a:ext cx="4684014" cy="3470148"/>
          </a:xfrm>
        </p:spPr>
        <p:txBody>
          <a:bodyPr anchor="ctr">
            <a:normAutofit/>
          </a:bodyPr>
          <a:lstStyle/>
          <a:p>
            <a:r>
              <a:rPr lang="en-US" dirty="0" err="1"/>
              <a:t>KineticIT</a:t>
            </a:r>
            <a:r>
              <a:rPr lang="en-US" dirty="0"/>
              <a:t> Prize</a:t>
            </a:r>
          </a:p>
          <a:p>
            <a:r>
              <a:rPr lang="en-US" dirty="0"/>
              <a:t>University Computer Club</a:t>
            </a:r>
          </a:p>
          <a:p>
            <a:r>
              <a:rPr lang="en-US" dirty="0"/>
              <a:t>Team</a:t>
            </a:r>
          </a:p>
          <a:p>
            <a:r>
              <a:rPr lang="en-US" dirty="0"/>
              <a:t>Location</a:t>
            </a:r>
          </a:p>
          <a:p>
            <a:r>
              <a:rPr lang="en-US" dirty="0"/>
              <a:t>Schedule</a:t>
            </a:r>
          </a:p>
          <a:p>
            <a:r>
              <a:rPr lang="en-US" dirty="0"/>
              <a:t>Assessments</a:t>
            </a:r>
          </a:p>
          <a:p>
            <a:r>
              <a:rPr lang="en-US" dirty="0"/>
              <a:t>Remember</a:t>
            </a:r>
            <a:endParaRPr lang="en-AU" dirty="0"/>
          </a:p>
        </p:txBody>
      </p:sp>
      <p:sp>
        <p:nvSpPr>
          <p:cNvPr id="5" name="Slide Number Placeholder 4"/>
          <p:cNvSpPr>
            <a:spLocks noGrp="1"/>
          </p:cNvSpPr>
          <p:nvPr>
            <p:ph type="sldNum" sz="quarter" idx="12"/>
          </p:nvPr>
        </p:nvSpPr>
        <p:spPr>
          <a:xfrm>
            <a:off x="7885508" y="4412456"/>
            <a:ext cx="565159" cy="273844"/>
          </a:xfrm>
        </p:spPr>
        <p:txBody>
          <a:bodyPr>
            <a:normAutofit/>
          </a:bodyPr>
          <a:lstStyle/>
          <a:p>
            <a:pPr>
              <a:spcAft>
                <a:spcPts val="600"/>
              </a:spcAft>
            </a:pPr>
            <a:fld id="{55670E94-029C-4BA8-8D44-FBB339E4924F}" type="slidenum">
              <a:rPr lang="en-AU" smtClean="0"/>
              <a:pPr>
                <a:spcAft>
                  <a:spcPts val="600"/>
                </a:spcAft>
              </a:pPr>
              <a:t>2</a:t>
            </a:fld>
            <a:endParaRPr lang="en-AU"/>
          </a:p>
        </p:txBody>
      </p:sp>
    </p:spTree>
    <p:extLst>
      <p:ext uri="{BB962C8B-B14F-4D97-AF65-F5344CB8AC3E}">
        <p14:creationId xmlns:p14="http://schemas.microsoft.com/office/powerpoint/2010/main" val="969079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err="1"/>
              <a:t>KineticIT</a:t>
            </a:r>
            <a:r>
              <a:rPr lang="en-AU" dirty="0"/>
              <a:t> Prize</a:t>
            </a:r>
          </a:p>
        </p:txBody>
      </p:sp>
      <p:sp>
        <p:nvSpPr>
          <p:cNvPr id="3" name="Content Placeholder 2"/>
          <p:cNvSpPr>
            <a:spLocks noGrp="1"/>
          </p:cNvSpPr>
          <p:nvPr>
            <p:ph idx="1"/>
          </p:nvPr>
        </p:nvSpPr>
        <p:spPr>
          <a:xfrm>
            <a:off x="568492" y="1347613"/>
            <a:ext cx="8035956" cy="3247009"/>
          </a:xfrm>
        </p:spPr>
        <p:txBody>
          <a:bodyPr>
            <a:normAutofit/>
          </a:bodyPr>
          <a:lstStyle/>
          <a:p>
            <a:r>
              <a:rPr lang="en-AU" dirty="0">
                <a:solidFill>
                  <a:srgbClr val="FF0000"/>
                </a:solidFill>
                <a:latin typeface="Arial" panose="020B0604020202020204" pitchFamily="34" charset="0"/>
                <a:cs typeface="Arial" panose="020B0604020202020204" pitchFamily="34" charset="0"/>
              </a:rPr>
              <a:t>1</a:t>
            </a:r>
            <a:r>
              <a:rPr lang="en-US" dirty="0">
                <a:solidFill>
                  <a:srgbClr val="FF0000"/>
                </a:solidFill>
                <a:latin typeface="Arial" panose="020B0604020202020204" pitchFamily="34" charset="0"/>
                <a:cs typeface="Arial" panose="020B0604020202020204" pitchFamily="34" charset="0"/>
              </a:rPr>
              <a:t>,</a:t>
            </a:r>
            <a:r>
              <a:rPr lang="en-AU" dirty="0">
                <a:solidFill>
                  <a:srgbClr val="FF0000"/>
                </a:solidFill>
                <a:latin typeface="Arial" panose="020B0604020202020204" pitchFamily="34" charset="0"/>
                <a:cs typeface="Arial" panose="020B0604020202020204" pitchFamily="34" charset="0"/>
              </a:rPr>
              <a:t>000$</a:t>
            </a:r>
            <a:r>
              <a:rPr lang="en-AU" dirty="0">
                <a:latin typeface="Arial" panose="020B0604020202020204" pitchFamily="34" charset="0"/>
                <a:cs typeface="Arial" panose="020B0604020202020204" pitchFamily="34" charset="0"/>
              </a:rPr>
              <a:t> prize for Defensive Cybersecurity Unit</a:t>
            </a:r>
          </a:p>
          <a:p>
            <a:r>
              <a:rPr lang="en-AU" dirty="0">
                <a:latin typeface="Arial" panose="020B0604020202020204" pitchFamily="34" charset="0"/>
                <a:cs typeface="Arial" panose="020B0604020202020204" pitchFamily="34" charset="0"/>
              </a:rPr>
              <a:t>Rules</a:t>
            </a:r>
          </a:p>
          <a:p>
            <a:pPr lvl="1"/>
            <a:r>
              <a:rPr lang="en-AU" dirty="0">
                <a:solidFill>
                  <a:srgbClr val="FF0000"/>
                </a:solidFill>
                <a:latin typeface="Arial" panose="020B0604020202020204" pitchFamily="34" charset="0"/>
                <a:cs typeface="Arial" panose="020B0604020202020204" pitchFamily="34" charset="0"/>
              </a:rPr>
              <a:t>One student </a:t>
            </a:r>
            <a:r>
              <a:rPr lang="en-AU" dirty="0">
                <a:latin typeface="Arial" panose="020B0604020202020204" pitchFamily="34" charset="0"/>
                <a:cs typeface="Arial" panose="020B0604020202020204" pitchFamily="34" charset="0"/>
              </a:rPr>
              <a:t>with </a:t>
            </a:r>
            <a:r>
              <a:rPr lang="en-AU" dirty="0">
                <a:solidFill>
                  <a:srgbClr val="FF0000"/>
                </a:solidFill>
                <a:latin typeface="Arial" panose="020B0604020202020204" pitchFamily="34" charset="0"/>
                <a:cs typeface="Arial" panose="020B0604020202020204" pitchFamily="34" charset="0"/>
              </a:rPr>
              <a:t>highest grade </a:t>
            </a:r>
            <a:r>
              <a:rPr lang="en-AU" dirty="0">
                <a:latin typeface="Arial" panose="020B0604020202020204" pitchFamily="34" charset="0"/>
                <a:cs typeface="Arial" panose="020B0604020202020204" pitchFamily="34" charset="0"/>
              </a:rPr>
              <a:t>in CITS1003</a:t>
            </a:r>
          </a:p>
          <a:p>
            <a:pPr lvl="1"/>
            <a:r>
              <a:rPr lang="en-AU" dirty="0">
                <a:latin typeface="Arial" panose="020B0604020202020204" pitchFamily="34" charset="0"/>
                <a:cs typeface="Arial" panose="020B0604020202020204" pitchFamily="34" charset="0"/>
              </a:rPr>
              <a:t>If there are more than one students have the highest grade, then the one with the highest WAM</a:t>
            </a:r>
          </a:p>
        </p:txBody>
      </p:sp>
    </p:spTree>
    <p:extLst>
      <p:ext uri="{BB962C8B-B14F-4D97-AF65-F5344CB8AC3E}">
        <p14:creationId xmlns:p14="http://schemas.microsoft.com/office/powerpoint/2010/main" val="329415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685346" y="261463"/>
            <a:ext cx="7765322" cy="727838"/>
          </a:xfrm>
        </p:spPr>
        <p:txBody>
          <a:bodyPr/>
          <a:lstStyle/>
          <a:p>
            <a:r>
              <a:rPr lang="en-AU" dirty="0"/>
              <a:t>Team</a:t>
            </a:r>
          </a:p>
        </p:txBody>
      </p:sp>
      <p:pic>
        <p:nvPicPr>
          <p:cNvPr id="8" name="Picture 7">
            <a:extLst>
              <a:ext uri="{FF2B5EF4-FFF2-40B4-BE49-F238E27FC236}">
                <a16:creationId xmlns:a16="http://schemas.microsoft.com/office/drawing/2014/main" id="{722B97B0-3151-4252-AEDC-B7D6179E068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4879" t="4481" r="13440" b="19330"/>
          <a:stretch/>
        </p:blipFill>
        <p:spPr>
          <a:xfrm>
            <a:off x="339882" y="3449661"/>
            <a:ext cx="994784" cy="1056959"/>
          </a:xfrm>
          <a:prstGeom prst="rect">
            <a:avLst/>
          </a:prstGeom>
        </p:spPr>
      </p:pic>
      <p:sp>
        <p:nvSpPr>
          <p:cNvPr id="10" name="TextBox 9">
            <a:extLst>
              <a:ext uri="{FF2B5EF4-FFF2-40B4-BE49-F238E27FC236}">
                <a16:creationId xmlns:a16="http://schemas.microsoft.com/office/drawing/2014/main" id="{C0BF7972-4E11-CD01-5478-0E3658F99195}"/>
              </a:ext>
            </a:extLst>
          </p:cNvPr>
          <p:cNvSpPr txBox="1"/>
          <p:nvPr/>
        </p:nvSpPr>
        <p:spPr>
          <a:xfrm>
            <a:off x="1362078" y="3746525"/>
            <a:ext cx="1558546" cy="769441"/>
          </a:xfrm>
          <a:prstGeom prst="rect">
            <a:avLst/>
          </a:prstGeom>
          <a:noFill/>
        </p:spPr>
        <p:txBody>
          <a:bodyPr wrap="square">
            <a:spAutoFit/>
          </a:bodyPr>
          <a:lstStyle/>
          <a:p>
            <a:pPr>
              <a:buClr>
                <a:schemeClr val="dk1"/>
              </a:buClr>
              <a:buSzPct val="61111"/>
            </a:pPr>
            <a:r>
              <a:rPr lang="en-US" sz="1100" dirty="0">
                <a:latin typeface="Times New Roman"/>
                <a:ea typeface="Times New Roman"/>
                <a:cs typeface="Times New Roman"/>
                <a:sym typeface="Times New Roman"/>
              </a:rPr>
              <a:t>Jin Hong</a:t>
            </a:r>
          </a:p>
          <a:p>
            <a:pPr>
              <a:buClr>
                <a:schemeClr val="dk1"/>
              </a:buClr>
              <a:buSzPct val="61111"/>
            </a:pPr>
            <a:r>
              <a:rPr lang="en-US" sz="1100" dirty="0">
                <a:latin typeface="Times New Roman"/>
                <a:ea typeface="Times New Roman"/>
                <a:cs typeface="Times New Roman"/>
                <a:sym typeface="Times New Roman"/>
              </a:rPr>
              <a:t>Lecturer</a:t>
            </a:r>
          </a:p>
          <a:p>
            <a:pPr>
              <a:buClr>
                <a:schemeClr val="dk1"/>
              </a:buClr>
              <a:buSzPct val="61111"/>
            </a:pPr>
            <a:r>
              <a:rPr lang="en-US" sz="1100" dirty="0">
                <a:latin typeface="Times New Roman"/>
                <a:ea typeface="Times New Roman"/>
                <a:cs typeface="Times New Roman"/>
                <a:sym typeface="Times New Roman"/>
              </a:rPr>
              <a:t>Room CS1.10</a:t>
            </a:r>
          </a:p>
          <a:p>
            <a:pPr>
              <a:buClr>
                <a:schemeClr val="dk1"/>
              </a:buClr>
            </a:pPr>
            <a:r>
              <a:rPr lang="en-US" sz="1100" dirty="0">
                <a:solidFill>
                  <a:schemeClr val="dk1"/>
                </a:solidFill>
                <a:latin typeface="Times New Roman"/>
                <a:ea typeface="Times New Roman"/>
                <a:cs typeface="Times New Roman"/>
                <a:sym typeface="Times New Roman"/>
                <a:hlinkClick r:id="rId4"/>
              </a:rPr>
              <a:t>jin.hong@uwa.edu.au</a:t>
            </a:r>
            <a:endParaRPr lang="en-US" sz="1100" dirty="0">
              <a:solidFill>
                <a:schemeClr val="dk1"/>
              </a:solidFill>
              <a:latin typeface="Times New Roman"/>
              <a:ea typeface="Times New Roman"/>
              <a:cs typeface="Times New Roman"/>
              <a:sym typeface="Times New Roman"/>
            </a:endParaRPr>
          </a:p>
        </p:txBody>
      </p:sp>
      <p:sp>
        <p:nvSpPr>
          <p:cNvPr id="9" name="TextBox 8">
            <a:extLst>
              <a:ext uri="{FF2B5EF4-FFF2-40B4-BE49-F238E27FC236}">
                <a16:creationId xmlns:a16="http://schemas.microsoft.com/office/drawing/2014/main" id="{6C98F35D-4522-24CE-ADA1-780FB38522A9}"/>
              </a:ext>
            </a:extLst>
          </p:cNvPr>
          <p:cNvSpPr txBox="1"/>
          <p:nvPr/>
        </p:nvSpPr>
        <p:spPr>
          <a:xfrm>
            <a:off x="1362078" y="2124110"/>
            <a:ext cx="1769762" cy="769441"/>
          </a:xfrm>
          <a:prstGeom prst="rect">
            <a:avLst/>
          </a:prstGeom>
          <a:noFill/>
        </p:spPr>
        <p:txBody>
          <a:bodyPr wrap="square">
            <a:spAutoFit/>
          </a:bodyPr>
          <a:lstStyle/>
          <a:p>
            <a:pPr>
              <a:buClr>
                <a:schemeClr val="dk1"/>
              </a:buClr>
              <a:buSzPct val="61111"/>
            </a:pPr>
            <a:r>
              <a:rPr lang="en-US" sz="1100" dirty="0">
                <a:latin typeface="Times New Roman"/>
                <a:ea typeface="Times New Roman"/>
                <a:cs typeface="Times New Roman"/>
                <a:sym typeface="Times New Roman"/>
              </a:rPr>
              <a:t>Garrison Gao</a:t>
            </a:r>
          </a:p>
          <a:p>
            <a:pPr>
              <a:buClr>
                <a:schemeClr val="dk1"/>
              </a:buClr>
              <a:buSzPct val="61111"/>
            </a:pPr>
            <a:r>
              <a:rPr lang="en-US" sz="1100" dirty="0">
                <a:latin typeface="Times New Roman"/>
                <a:ea typeface="Times New Roman"/>
                <a:cs typeface="Times New Roman"/>
                <a:sym typeface="Times New Roman"/>
              </a:rPr>
              <a:t>Unit coordinator</a:t>
            </a:r>
          </a:p>
          <a:p>
            <a:pPr>
              <a:buClr>
                <a:schemeClr val="dk1"/>
              </a:buClr>
              <a:buSzPct val="61111"/>
            </a:pPr>
            <a:r>
              <a:rPr lang="en-US" sz="1100" dirty="0">
                <a:latin typeface="Times New Roman"/>
                <a:ea typeface="Times New Roman"/>
                <a:cs typeface="Times New Roman"/>
                <a:sym typeface="Times New Roman"/>
              </a:rPr>
              <a:t>Room CS G.08</a:t>
            </a:r>
          </a:p>
          <a:p>
            <a:pPr>
              <a:buClr>
                <a:schemeClr val="dk1"/>
              </a:buClr>
            </a:pPr>
            <a:r>
              <a:rPr lang="en-US" sz="1100" dirty="0" err="1">
                <a:solidFill>
                  <a:schemeClr val="dk1"/>
                </a:solidFill>
                <a:latin typeface="Times New Roman"/>
                <a:ea typeface="Times New Roman"/>
                <a:cs typeface="Times New Roman"/>
                <a:sym typeface="Times New Roman"/>
                <a:hlinkClick r:id="rId4"/>
              </a:rPr>
              <a:t>g</a:t>
            </a:r>
            <a:r>
              <a:rPr lang="en-US" sz="1100" dirty="0" err="1">
                <a:solidFill>
                  <a:schemeClr val="dk1"/>
                </a:solidFill>
                <a:latin typeface="Times New Roman"/>
                <a:ea typeface="Times New Roman"/>
                <a:cs typeface="Times New Roman"/>
                <a:sym typeface="Times New Roman"/>
                <a:hlinkClick r:id="rId5"/>
              </a:rPr>
              <a:t>arrison.gao@uwa.edu.au</a:t>
            </a:r>
            <a:endParaRPr lang="en-US" sz="1100" dirty="0">
              <a:solidFill>
                <a:schemeClr val="dk1"/>
              </a:solidFill>
              <a:latin typeface="Times New Roman"/>
              <a:ea typeface="Times New Roman"/>
              <a:cs typeface="Times New Roman"/>
              <a:sym typeface="Times New Roman"/>
            </a:endParaRPr>
          </a:p>
        </p:txBody>
      </p:sp>
      <p:sp>
        <p:nvSpPr>
          <p:cNvPr id="17" name="Shape 76">
            <a:extLst>
              <a:ext uri="{FF2B5EF4-FFF2-40B4-BE49-F238E27FC236}">
                <a16:creationId xmlns:a16="http://schemas.microsoft.com/office/drawing/2014/main" id="{4E2915A7-329A-5B6E-C8AF-FBFE39CCD91F}"/>
              </a:ext>
            </a:extLst>
          </p:cNvPr>
          <p:cNvSpPr txBox="1"/>
          <p:nvPr/>
        </p:nvSpPr>
        <p:spPr>
          <a:xfrm>
            <a:off x="6863867" y="1649978"/>
            <a:ext cx="2172629" cy="3154020"/>
          </a:xfrm>
          <a:prstGeom prst="rect">
            <a:avLst/>
          </a:prstGeom>
          <a:noFill/>
          <a:ln>
            <a:noFill/>
          </a:ln>
        </p:spPr>
        <p:txBody>
          <a:bodyPr lIns="68569" tIns="68569" rIns="68569" bIns="68569" anchor="t" anchorCtr="0">
            <a:noAutofit/>
          </a:bodyPr>
          <a:lstStyle/>
          <a:p>
            <a:pPr>
              <a:buClr>
                <a:schemeClr val="dk1"/>
              </a:buClr>
              <a:buSzPct val="61111"/>
            </a:pPr>
            <a:endParaRPr lang="en-AU" sz="1050" dirty="0">
              <a:latin typeface="Times New Roman"/>
              <a:ea typeface="Times New Roman"/>
              <a:cs typeface="Times New Roman"/>
              <a:sym typeface="Times New Roman"/>
            </a:endParaRPr>
          </a:p>
          <a:p>
            <a:pPr>
              <a:buClr>
                <a:schemeClr val="dk1"/>
              </a:buClr>
              <a:buSzPct val="61111"/>
            </a:pPr>
            <a:endParaRPr lang="en-AU" sz="1050" dirty="0">
              <a:latin typeface="Times New Roman"/>
              <a:ea typeface="Times New Roman"/>
              <a:cs typeface="Times New Roman"/>
              <a:sym typeface="Times New Roman"/>
            </a:endParaRPr>
          </a:p>
          <a:p>
            <a:pPr>
              <a:buClr>
                <a:schemeClr val="dk1"/>
              </a:buClr>
              <a:buSzPct val="61111"/>
            </a:pPr>
            <a:r>
              <a:rPr lang="en-AU" sz="1050" dirty="0">
                <a:latin typeface="Times New Roman"/>
                <a:ea typeface="Times New Roman"/>
                <a:cs typeface="Times New Roman"/>
                <a:sym typeface="Times New Roman"/>
              </a:rPr>
              <a:t>James </a:t>
            </a:r>
            <a:r>
              <a:rPr lang="en-AU" sz="1050" dirty="0" err="1">
                <a:latin typeface="Times New Roman"/>
                <a:ea typeface="Times New Roman"/>
                <a:cs typeface="Times New Roman"/>
                <a:sym typeface="Times New Roman"/>
              </a:rPr>
              <a:t>Caporn</a:t>
            </a:r>
            <a:endParaRPr lang="en-AU" sz="1050" dirty="0">
              <a:latin typeface="Times New Roman"/>
              <a:ea typeface="Times New Roman"/>
              <a:cs typeface="Times New Roman"/>
              <a:sym typeface="Times New Roman"/>
            </a:endParaRPr>
          </a:p>
          <a:p>
            <a:pPr>
              <a:buClr>
                <a:schemeClr val="dk1"/>
              </a:buClr>
              <a:buSzPct val="61111"/>
            </a:pPr>
            <a:r>
              <a:rPr lang="en-AU" sz="1050" dirty="0">
                <a:latin typeface="Times New Roman"/>
                <a:ea typeface="Times New Roman"/>
                <a:cs typeface="Times New Roman"/>
                <a:sym typeface="Times New Roman"/>
              </a:rPr>
              <a:t>Lab facilitator</a:t>
            </a:r>
          </a:p>
          <a:p>
            <a:pPr>
              <a:buClr>
                <a:schemeClr val="dk1"/>
              </a:buClr>
            </a:pPr>
            <a:endParaRPr lang="en-AU" sz="1050" dirty="0">
              <a:latin typeface="Times New Roman"/>
              <a:ea typeface="Times New Roman"/>
              <a:cs typeface="Times New Roman"/>
              <a:sym typeface="Times New Roman"/>
            </a:endParaRPr>
          </a:p>
          <a:p>
            <a:pPr>
              <a:buClr>
                <a:schemeClr val="dk1"/>
              </a:buClr>
              <a:buSzPct val="61111"/>
            </a:pPr>
            <a:endParaRPr lang="en-US" sz="1050" dirty="0">
              <a:latin typeface="Times New Roman"/>
              <a:ea typeface="Times New Roman"/>
              <a:cs typeface="Times New Roman"/>
              <a:sym typeface="Times New Roman"/>
            </a:endParaRPr>
          </a:p>
          <a:p>
            <a:pPr>
              <a:buClr>
                <a:schemeClr val="dk1"/>
              </a:buClr>
            </a:pPr>
            <a:endParaRPr lang="en-US" sz="1050" dirty="0">
              <a:latin typeface="Times New Roman"/>
              <a:ea typeface="Times New Roman"/>
              <a:cs typeface="Times New Roman"/>
              <a:sym typeface="Times New Roman"/>
            </a:endParaRPr>
          </a:p>
          <a:p>
            <a:pPr>
              <a:buClr>
                <a:schemeClr val="dk1"/>
              </a:buClr>
            </a:pPr>
            <a:endParaRPr lang="en-US" sz="1050" dirty="0">
              <a:latin typeface="Times New Roman"/>
              <a:ea typeface="Times New Roman"/>
              <a:cs typeface="Times New Roman"/>
              <a:sym typeface="Times New Roman"/>
            </a:endParaRPr>
          </a:p>
          <a:p>
            <a:pPr>
              <a:buClr>
                <a:schemeClr val="dk1"/>
              </a:buClr>
            </a:pPr>
            <a:endParaRPr lang="en-US" sz="1050" dirty="0">
              <a:latin typeface="Times New Roman"/>
              <a:ea typeface="Times New Roman"/>
              <a:cs typeface="Times New Roman"/>
              <a:sym typeface="Times New Roman"/>
            </a:endParaRPr>
          </a:p>
          <a:p>
            <a:pPr>
              <a:buClr>
                <a:schemeClr val="dk1"/>
              </a:buClr>
            </a:pPr>
            <a:endParaRPr lang="en-US" sz="1050" dirty="0">
              <a:latin typeface="Times New Roman"/>
              <a:ea typeface="Times New Roman"/>
              <a:cs typeface="Times New Roman"/>
              <a:sym typeface="Times New Roman"/>
            </a:endParaRPr>
          </a:p>
          <a:p>
            <a:pPr>
              <a:buClr>
                <a:schemeClr val="dk1"/>
              </a:buClr>
              <a:buSzPct val="61111"/>
            </a:pPr>
            <a:r>
              <a:rPr lang="en-AU" sz="1050" dirty="0">
                <a:latin typeface="Times New Roman"/>
                <a:ea typeface="Times New Roman"/>
                <a:cs typeface="Times New Roman"/>
                <a:sym typeface="Times New Roman"/>
              </a:rPr>
              <a:t>Robin Candy</a:t>
            </a:r>
          </a:p>
          <a:p>
            <a:pPr>
              <a:buClr>
                <a:schemeClr val="dk1"/>
              </a:buClr>
              <a:buSzPct val="61111"/>
            </a:pPr>
            <a:r>
              <a:rPr lang="en-AU" sz="1050" dirty="0">
                <a:latin typeface="Times New Roman"/>
                <a:ea typeface="Times New Roman"/>
                <a:cs typeface="Times New Roman"/>
                <a:sym typeface="Times New Roman"/>
              </a:rPr>
              <a:t>Lab facilitator</a:t>
            </a:r>
          </a:p>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endParaRPr lang="en-AU" sz="1050" dirty="0">
              <a:latin typeface="Times New Roman"/>
              <a:ea typeface="Times New Roman"/>
              <a:cs typeface="Times New Roman"/>
              <a:sym typeface="Times New Roman"/>
            </a:endParaRPr>
          </a:p>
          <a:p>
            <a:pPr>
              <a:buClr>
                <a:schemeClr val="dk1"/>
              </a:buClr>
            </a:pPr>
            <a:endParaRPr lang="en-AU" sz="1050" dirty="0">
              <a:latin typeface="Times New Roman"/>
              <a:ea typeface="Times New Roman"/>
              <a:cs typeface="Times New Roman"/>
              <a:sym typeface="Times New Roman"/>
            </a:endParaRPr>
          </a:p>
        </p:txBody>
      </p:sp>
      <p:sp>
        <p:nvSpPr>
          <p:cNvPr id="18" name="Shape 75">
            <a:extLst>
              <a:ext uri="{FF2B5EF4-FFF2-40B4-BE49-F238E27FC236}">
                <a16:creationId xmlns:a16="http://schemas.microsoft.com/office/drawing/2014/main" id="{2B9C28A0-EBF6-EA6C-F975-235A9A02C8C4}"/>
              </a:ext>
            </a:extLst>
          </p:cNvPr>
          <p:cNvSpPr txBox="1"/>
          <p:nvPr/>
        </p:nvSpPr>
        <p:spPr>
          <a:xfrm>
            <a:off x="4165582" y="1649978"/>
            <a:ext cx="1558546" cy="3154020"/>
          </a:xfrm>
          <a:prstGeom prst="rect">
            <a:avLst/>
          </a:prstGeom>
          <a:noFill/>
          <a:ln>
            <a:noFill/>
          </a:ln>
        </p:spPr>
        <p:txBody>
          <a:bodyPr lIns="68569" tIns="68569" rIns="68569" bIns="68569" anchor="t" anchorCtr="0">
            <a:noAutofit/>
          </a:bodyPr>
          <a:lstStyle/>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r>
              <a:rPr lang="en-US" sz="1050" dirty="0">
                <a:latin typeface="Times New Roman"/>
                <a:ea typeface="Times New Roman"/>
                <a:cs typeface="Times New Roman"/>
                <a:sym typeface="Times New Roman"/>
              </a:rPr>
              <a:t>Larry Huynh</a:t>
            </a:r>
          </a:p>
          <a:p>
            <a:pPr>
              <a:buClr>
                <a:schemeClr val="dk1"/>
              </a:buClr>
              <a:buSzPct val="61111"/>
            </a:pPr>
            <a:r>
              <a:rPr lang="en-US" sz="1050" dirty="0">
                <a:latin typeface="Times New Roman"/>
                <a:ea typeface="Times New Roman"/>
                <a:cs typeface="Times New Roman"/>
                <a:sym typeface="Times New Roman"/>
              </a:rPr>
              <a:t>Senior Lab Facilitator</a:t>
            </a:r>
          </a:p>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r>
              <a:rPr lang="en-US" sz="1050" dirty="0">
                <a:latin typeface="Times New Roman"/>
                <a:ea typeface="Times New Roman"/>
                <a:cs typeface="Times New Roman"/>
                <a:sym typeface="Times New Roman"/>
              </a:rPr>
              <a:t>Ari Carter</a:t>
            </a:r>
          </a:p>
          <a:p>
            <a:pPr>
              <a:buClr>
                <a:schemeClr val="dk1"/>
              </a:buClr>
              <a:buSzPct val="61111"/>
            </a:pPr>
            <a:r>
              <a:rPr lang="en-AU" sz="1050" dirty="0">
                <a:latin typeface="Times New Roman"/>
                <a:ea typeface="Times New Roman"/>
                <a:cs typeface="Times New Roman"/>
                <a:sym typeface="Times New Roman"/>
              </a:rPr>
              <a:t>Lab facilitator</a:t>
            </a:r>
          </a:p>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r>
              <a:rPr lang="en-US" sz="1050" dirty="0">
                <a:latin typeface="Times New Roman"/>
                <a:ea typeface="Times New Roman"/>
                <a:cs typeface="Times New Roman"/>
                <a:sym typeface="Times New Roman"/>
              </a:rPr>
              <a:t>Elliott Naidoo</a:t>
            </a:r>
          </a:p>
          <a:p>
            <a:pPr>
              <a:buClr>
                <a:schemeClr val="dk1"/>
              </a:buClr>
              <a:buSzPct val="61111"/>
            </a:pPr>
            <a:r>
              <a:rPr lang="en-US" sz="1050" dirty="0">
                <a:latin typeface="Times New Roman"/>
                <a:ea typeface="Times New Roman"/>
                <a:cs typeface="Times New Roman"/>
                <a:sym typeface="Times New Roman"/>
              </a:rPr>
              <a:t>Lab facilitator</a:t>
            </a:r>
          </a:p>
          <a:p>
            <a:pPr>
              <a:buClr>
                <a:schemeClr val="dk1"/>
              </a:buClr>
              <a:buSzPct val="61111"/>
            </a:pPr>
            <a:endParaRPr lang="en-US" sz="1050" dirty="0">
              <a:latin typeface="Times New Roman"/>
              <a:ea typeface="Times New Roman"/>
              <a:cs typeface="Times New Roman"/>
              <a:sym typeface="Times New Roman"/>
            </a:endParaRPr>
          </a:p>
          <a:p>
            <a:pPr>
              <a:buClr>
                <a:schemeClr val="dk1"/>
              </a:buClr>
              <a:buSzPct val="61111"/>
            </a:pPr>
            <a:endParaRPr lang="en-US" sz="1050" dirty="0">
              <a:latin typeface="Times New Roman"/>
              <a:ea typeface="Times New Roman"/>
              <a:cs typeface="Times New Roman"/>
              <a:sym typeface="Times New Roman"/>
            </a:endParaRPr>
          </a:p>
          <a:p>
            <a:pPr>
              <a:buClr>
                <a:schemeClr val="dk1"/>
              </a:buClr>
            </a:pPr>
            <a:endParaRPr sz="1050" dirty="0">
              <a:latin typeface="Times New Roman"/>
              <a:ea typeface="Times New Roman"/>
              <a:cs typeface="Times New Roman"/>
              <a:sym typeface="Times New Roman"/>
            </a:endParaRPr>
          </a:p>
          <a:p>
            <a:endParaRPr sz="1050" dirty="0"/>
          </a:p>
        </p:txBody>
      </p:sp>
      <p:pic>
        <p:nvPicPr>
          <p:cNvPr id="20" name="Picture 4">
            <a:extLst>
              <a:ext uri="{FF2B5EF4-FFF2-40B4-BE49-F238E27FC236}">
                <a16:creationId xmlns:a16="http://schemas.microsoft.com/office/drawing/2014/main" id="{AFCA15E8-11E3-6C22-8268-C39D4EB19E77}"/>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1535" t="13068" r="14574" b="17332"/>
          <a:stretch/>
        </p:blipFill>
        <p:spPr bwMode="auto">
          <a:xfrm>
            <a:off x="3233090" y="1358611"/>
            <a:ext cx="898760" cy="103192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A64BED26-31D9-3CC9-F7FC-D09BE105CF1D}"/>
              </a:ext>
            </a:extLst>
          </p:cNvPr>
          <p:cNvPicPr>
            <a:picLocks/>
          </p:cNvPicPr>
          <p:nvPr/>
        </p:nvPicPr>
        <p:blipFill>
          <a:blip r:embed="rId7" cstate="print">
            <a:extLst>
              <a:ext uri="{28A0092B-C50C-407E-A947-70E740481C1C}">
                <a14:useLocalDpi xmlns:a14="http://schemas.microsoft.com/office/drawing/2010/main" val="0"/>
              </a:ext>
            </a:extLst>
          </a:blip>
          <a:srcRect l="17102" t="30400" r="22001" b="17800"/>
          <a:stretch>
            <a:fillRect/>
          </a:stretch>
        </p:blipFill>
        <p:spPr>
          <a:xfrm>
            <a:off x="5897643" y="1358611"/>
            <a:ext cx="898760" cy="1213139"/>
          </a:xfrm>
          <a:prstGeom prst="rect">
            <a:avLst/>
          </a:prstGeom>
        </p:spPr>
      </p:pic>
      <p:pic>
        <p:nvPicPr>
          <p:cNvPr id="22" name="Picture 21">
            <a:extLst>
              <a:ext uri="{FF2B5EF4-FFF2-40B4-BE49-F238E27FC236}">
                <a16:creationId xmlns:a16="http://schemas.microsoft.com/office/drawing/2014/main" id="{E11B91FA-DDEE-D871-9940-8C677A9A1BF1}"/>
              </a:ext>
            </a:extLst>
          </p:cNvPr>
          <p:cNvPicPr>
            <a:picLocks noChangeAspect="1"/>
          </p:cNvPicPr>
          <p:nvPr/>
        </p:nvPicPr>
        <p:blipFill>
          <a:blip r:embed="rId8" cstate="print">
            <a:extLst>
              <a:ext uri="{28A0092B-C50C-407E-A947-70E740481C1C}">
                <a14:useLocalDpi xmlns:a14="http://schemas.microsoft.com/office/drawing/2010/main" val="0"/>
              </a:ext>
            </a:extLst>
          </a:blip>
          <a:srcRect l="17625" t="1" b="1362"/>
          <a:stretch>
            <a:fillRect/>
          </a:stretch>
        </p:blipFill>
        <p:spPr>
          <a:xfrm rot="5400000">
            <a:off x="3180436" y="2660343"/>
            <a:ext cx="1031924" cy="926745"/>
          </a:xfrm>
          <a:prstGeom prst="rect">
            <a:avLst/>
          </a:prstGeom>
        </p:spPr>
      </p:pic>
      <p:pic>
        <p:nvPicPr>
          <p:cNvPr id="23" name="Picture 22">
            <a:extLst>
              <a:ext uri="{FF2B5EF4-FFF2-40B4-BE49-F238E27FC236}">
                <a16:creationId xmlns:a16="http://schemas.microsoft.com/office/drawing/2014/main" id="{55F055B3-0401-9953-7C71-36C284FB7E6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206520" y="3861879"/>
            <a:ext cx="898759" cy="1198345"/>
          </a:xfrm>
          <a:prstGeom prst="rect">
            <a:avLst/>
          </a:prstGeom>
        </p:spPr>
      </p:pic>
      <p:pic>
        <p:nvPicPr>
          <p:cNvPr id="24" name="Picture 23">
            <a:extLst>
              <a:ext uri="{FF2B5EF4-FFF2-40B4-BE49-F238E27FC236}">
                <a16:creationId xmlns:a16="http://schemas.microsoft.com/office/drawing/2014/main" id="{941180A3-C7CB-24D8-40FE-DAE3FA7245B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956648" y="2604241"/>
            <a:ext cx="819655" cy="1257638"/>
          </a:xfrm>
          <a:prstGeom prst="rect">
            <a:avLst/>
          </a:prstGeom>
        </p:spPr>
      </p:pic>
      <p:pic>
        <p:nvPicPr>
          <p:cNvPr id="3" name="Picture 2">
            <a:extLst>
              <a:ext uri="{FF2B5EF4-FFF2-40B4-BE49-F238E27FC236}">
                <a16:creationId xmlns:a16="http://schemas.microsoft.com/office/drawing/2014/main" id="{9E0C7307-EE59-A975-5FB9-5D097D48928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90274" y="1735667"/>
            <a:ext cx="926746" cy="1309738"/>
          </a:xfrm>
          <a:prstGeom prst="rect">
            <a:avLst/>
          </a:prstGeom>
        </p:spPr>
      </p:pic>
    </p:spTree>
    <p:extLst>
      <p:ext uri="{BB962C8B-B14F-4D97-AF65-F5344CB8AC3E}">
        <p14:creationId xmlns:p14="http://schemas.microsoft.com/office/powerpoint/2010/main" val="4215697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Emergency</a:t>
            </a:r>
          </a:p>
        </p:txBody>
      </p:sp>
      <p:sp>
        <p:nvSpPr>
          <p:cNvPr id="3" name="Content Placeholder 2"/>
          <p:cNvSpPr>
            <a:spLocks noGrp="1"/>
          </p:cNvSpPr>
          <p:nvPr>
            <p:ph idx="1"/>
          </p:nvPr>
        </p:nvSpPr>
        <p:spPr>
          <a:xfrm>
            <a:off x="568492" y="1347613"/>
            <a:ext cx="4737434" cy="3247009"/>
          </a:xfrm>
        </p:spPr>
        <p:txBody>
          <a:bodyPr>
            <a:normAutofit fontScale="92500" lnSpcReduction="20000"/>
          </a:bodyPr>
          <a:lstStyle/>
          <a:p>
            <a:r>
              <a:rPr lang="en-AU" dirty="0">
                <a:latin typeface="Arial" panose="020B0604020202020204" pitchFamily="34" charset="0"/>
                <a:cs typeface="Arial" panose="020B0604020202020204" pitchFamily="34" charset="0"/>
              </a:rPr>
              <a:t>General emergency: call campus security at 6488 2222 (or 1800 655 222)</a:t>
            </a:r>
          </a:p>
          <a:p>
            <a:r>
              <a:rPr lang="en-AU" dirty="0">
                <a:latin typeface="Arial" panose="020B0604020202020204" pitchFamily="34" charset="0"/>
                <a:cs typeface="Arial" panose="020B0604020202020204" pitchFamily="34" charset="0"/>
              </a:rPr>
              <a:t>In super emergency: call emergency at </a:t>
            </a:r>
            <a:r>
              <a:rPr lang="en-AU" dirty="0">
                <a:solidFill>
                  <a:srgbClr val="FF0000"/>
                </a:solidFill>
                <a:latin typeface="Arial" panose="020B0604020202020204" pitchFamily="34" charset="0"/>
                <a:cs typeface="Arial" panose="020B0604020202020204" pitchFamily="34" charset="0"/>
              </a:rPr>
              <a:t>000</a:t>
            </a:r>
          </a:p>
          <a:p>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In all buildings, we have an emergency procedure booklet that outlines how to react when such event happens.</a:t>
            </a:r>
          </a:p>
          <a:p>
            <a:pPr lvl="1"/>
            <a:r>
              <a:rPr lang="en-AU" dirty="0">
                <a:latin typeface="Arial" panose="020B0604020202020204" pitchFamily="34" charset="0"/>
                <a:cs typeface="Arial" panose="020B0604020202020204" pitchFamily="34" charset="0"/>
              </a:rPr>
              <a:t>Please take a time and read it.</a:t>
            </a:r>
          </a:p>
          <a:p>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For more details, please have a read through our emergency procedure for various potential incidents</a:t>
            </a:r>
          </a:p>
          <a:p>
            <a:pPr lvl="1"/>
            <a:r>
              <a:rPr lang="en-AU" dirty="0">
                <a:latin typeface="Arial" panose="020B0604020202020204" pitchFamily="34" charset="0"/>
                <a:cs typeface="Arial" panose="020B0604020202020204" pitchFamily="34" charset="0"/>
                <a:hlinkClick r:id="rId2"/>
              </a:rPr>
              <a:t>https://www.uwa.edu.au/about/campus-services/safety/hazards-incidents-and-emergencies/emergency-procedures</a:t>
            </a:r>
            <a:r>
              <a:rPr lang="en-AU" dirty="0">
                <a:latin typeface="Arial" panose="020B0604020202020204" pitchFamily="34" charset="0"/>
                <a:cs typeface="Arial" panose="020B0604020202020204" pitchFamily="34" charset="0"/>
              </a:rPr>
              <a:t> </a:t>
            </a:r>
          </a:p>
        </p:txBody>
      </p:sp>
      <p:pic>
        <p:nvPicPr>
          <p:cNvPr id="5" name="Picture 4">
            <a:extLst>
              <a:ext uri="{FF2B5EF4-FFF2-40B4-BE49-F238E27FC236}">
                <a16:creationId xmlns:a16="http://schemas.microsoft.com/office/drawing/2014/main" id="{6F11562E-E510-6BA7-E2B7-2878C8379EFA}"/>
              </a:ext>
            </a:extLst>
          </p:cNvPr>
          <p:cNvPicPr>
            <a:picLocks noChangeAspect="1"/>
          </p:cNvPicPr>
          <p:nvPr/>
        </p:nvPicPr>
        <p:blipFill>
          <a:blip r:embed="rId3"/>
          <a:stretch>
            <a:fillRect/>
          </a:stretch>
        </p:blipFill>
        <p:spPr>
          <a:xfrm>
            <a:off x="5148064" y="555526"/>
            <a:ext cx="3778488" cy="4135388"/>
          </a:xfrm>
          <a:prstGeom prst="rect">
            <a:avLst/>
          </a:prstGeom>
        </p:spPr>
      </p:pic>
      <p:pic>
        <p:nvPicPr>
          <p:cNvPr id="4" name="Picture 2" descr="Code red - smoke/fire">
            <a:extLst>
              <a:ext uri="{FF2B5EF4-FFF2-40B4-BE49-F238E27FC236}">
                <a16:creationId xmlns:a16="http://schemas.microsoft.com/office/drawing/2014/main" id="{1B01B2BF-500B-6F59-51DD-A5062A0C48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6376" y="1635646"/>
            <a:ext cx="880492" cy="88049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Code purple - bomb threat">
            <a:extLst>
              <a:ext uri="{FF2B5EF4-FFF2-40B4-BE49-F238E27FC236}">
                <a16:creationId xmlns:a16="http://schemas.microsoft.com/office/drawing/2014/main" id="{5F57E9C9-F3E6-4BF4-96E4-3154D768B6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56376" y="2669843"/>
            <a:ext cx="880492" cy="88049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Code blue - medical emergency">
            <a:extLst>
              <a:ext uri="{FF2B5EF4-FFF2-40B4-BE49-F238E27FC236}">
                <a16:creationId xmlns:a16="http://schemas.microsoft.com/office/drawing/2014/main" id="{587B7BC0-22DA-EB6E-289A-7AF0FBC97D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56376" y="3678888"/>
            <a:ext cx="880492" cy="880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1627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Location</a:t>
            </a:r>
          </a:p>
        </p:txBody>
      </p:sp>
      <p:sp>
        <p:nvSpPr>
          <p:cNvPr id="3" name="Content Placeholder 2"/>
          <p:cNvSpPr>
            <a:spLocks noGrp="1"/>
          </p:cNvSpPr>
          <p:nvPr>
            <p:ph idx="1"/>
          </p:nvPr>
        </p:nvSpPr>
        <p:spPr>
          <a:xfrm>
            <a:off x="685346" y="1419622"/>
            <a:ext cx="7765322" cy="3240360"/>
          </a:xfrm>
        </p:spPr>
        <p:txBody>
          <a:bodyPr>
            <a:normAutofit/>
          </a:bodyPr>
          <a:lstStyle/>
          <a:p>
            <a:r>
              <a:rPr lang="en-AU" dirty="0">
                <a:latin typeface="Arial" panose="020B0604020202020204" pitchFamily="34" charset="0"/>
                <a:cs typeface="Arial" panose="020B0604020202020204" pitchFamily="34" charset="0"/>
              </a:rPr>
              <a:t>Lecture</a:t>
            </a:r>
          </a:p>
          <a:p>
            <a:pPr lvl="1"/>
            <a:r>
              <a:rPr lang="en-AU" dirty="0">
                <a:latin typeface="Arial" panose="020B0604020202020204" pitchFamily="34" charset="0"/>
                <a:cs typeface="Arial" panose="020B0604020202020204" pitchFamily="34" charset="0"/>
              </a:rPr>
              <a:t>Venue: Austin Lecture Theatre (ARTS 159)</a:t>
            </a:r>
          </a:p>
          <a:p>
            <a:pPr lvl="1"/>
            <a:r>
              <a:rPr lang="en-AU" dirty="0">
                <a:latin typeface="Arial" panose="020B0604020202020204" pitchFamily="34" charset="0"/>
                <a:cs typeface="Arial" panose="020B0604020202020204" pitchFamily="34" charset="0"/>
              </a:rPr>
              <a:t>Time: Mondays 12pm – 2pm</a:t>
            </a:r>
          </a:p>
          <a:p>
            <a:r>
              <a:rPr lang="en-AU" dirty="0">
                <a:latin typeface="Arial" panose="020B0604020202020204" pitchFamily="34" charset="0"/>
                <a:cs typeface="Arial" panose="020B0604020202020204" pitchFamily="34" charset="0"/>
              </a:rPr>
              <a:t>Labs</a:t>
            </a:r>
          </a:p>
          <a:p>
            <a:pPr lvl="1"/>
            <a:r>
              <a:rPr lang="en-AU" dirty="0">
                <a:latin typeface="Arial" panose="020B0604020202020204" pitchFamily="34" charset="0"/>
                <a:cs typeface="Arial" panose="020B0604020202020204" pitchFamily="34" charset="0"/>
              </a:rPr>
              <a:t>Lab 1: CSSE G09 @ Mondays 2pm – 4pm </a:t>
            </a:r>
            <a:r>
              <a:rPr lang="en-US" dirty="0">
                <a:latin typeface="Arial" panose="020B0604020202020204" pitchFamily="34" charset="0"/>
                <a:cs typeface="Arial" panose="020B0604020202020204" pitchFamily="34" charset="0"/>
              </a:rPr>
              <a:t>(</a:t>
            </a:r>
            <a:r>
              <a:rPr lang="en-US" dirty="0">
                <a:solidFill>
                  <a:srgbClr val="FF0000"/>
                </a:solidFill>
                <a:latin typeface="Arial" panose="020B0604020202020204" pitchFamily="34" charset="0"/>
                <a:cs typeface="Arial" panose="020B0604020202020204" pitchFamily="34" charset="0"/>
              </a:rPr>
              <a:t>A replacement in week 9</a:t>
            </a:r>
            <a:r>
              <a:rPr lang="en-US" dirty="0">
                <a:latin typeface="Arial" panose="020B0604020202020204" pitchFamily="34" charset="0"/>
                <a:cs typeface="Arial" panose="020B0604020202020204" pitchFamily="34" charset="0"/>
              </a:rPr>
              <a:t>)</a:t>
            </a:r>
            <a:endParaRPr lang="en-AU" dirty="0">
              <a:latin typeface="Arial" panose="020B0604020202020204" pitchFamily="34" charset="0"/>
              <a:cs typeface="Arial" panose="020B0604020202020204" pitchFamily="34" charset="0"/>
            </a:endParaRPr>
          </a:p>
          <a:p>
            <a:pPr lvl="1"/>
            <a:r>
              <a:rPr lang="en-AU" dirty="0">
                <a:latin typeface="Arial" panose="020B0604020202020204" pitchFamily="34" charset="0"/>
                <a:cs typeface="Arial" panose="020B0604020202020204" pitchFamily="34" charset="0"/>
              </a:rPr>
              <a:t>Lab 2: CSSE G09 @ Tuesdays 11am – 1pm </a:t>
            </a:r>
          </a:p>
          <a:p>
            <a:pPr lvl="1"/>
            <a:r>
              <a:rPr lang="en-AU" dirty="0">
                <a:latin typeface="Arial" panose="020B0604020202020204" pitchFamily="34" charset="0"/>
                <a:cs typeface="Arial" panose="020B0604020202020204" pitchFamily="34" charset="0"/>
              </a:rPr>
              <a:t>Lab 3: CSSE G09 @ Tuesdays 4pm – 6pm</a:t>
            </a:r>
          </a:p>
          <a:p>
            <a:pPr lvl="1"/>
            <a:r>
              <a:rPr lang="en-AU" dirty="0">
                <a:latin typeface="Arial" panose="020B0604020202020204" pitchFamily="34" charset="0"/>
                <a:cs typeface="Arial" panose="020B0604020202020204" pitchFamily="34" charset="0"/>
              </a:rPr>
              <a:t>Lab 4: CSSE G09 @ Thursdays 10am – 12pm</a:t>
            </a:r>
          </a:p>
          <a:p>
            <a:r>
              <a:rPr lang="en-AU" dirty="0">
                <a:latin typeface="Arial" panose="020B0604020202020204" pitchFamily="34" charset="0"/>
                <a:cs typeface="Arial" panose="020B0604020202020204" pitchFamily="34" charset="0"/>
              </a:rPr>
              <a:t>Consultation</a:t>
            </a:r>
          </a:p>
          <a:p>
            <a:pPr lvl="1"/>
            <a:r>
              <a:rPr lang="en-AU" dirty="0">
                <a:latin typeface="Arial" panose="020B0604020202020204" pitchFamily="34" charset="0"/>
                <a:cs typeface="Arial" panose="020B0604020202020204" pitchFamily="34" charset="0"/>
              </a:rPr>
              <a:t>Office at Computer Science building – email to book a time with Garrison or Jin</a:t>
            </a:r>
          </a:p>
        </p:txBody>
      </p:sp>
      <p:sp>
        <p:nvSpPr>
          <p:cNvPr id="5" name="TextBox 4">
            <a:extLst>
              <a:ext uri="{FF2B5EF4-FFF2-40B4-BE49-F238E27FC236}">
                <a16:creationId xmlns:a16="http://schemas.microsoft.com/office/drawing/2014/main" id="{B730B560-A948-FB1F-F959-5C60A2527365}"/>
              </a:ext>
            </a:extLst>
          </p:cNvPr>
          <p:cNvSpPr txBox="1"/>
          <p:nvPr/>
        </p:nvSpPr>
        <p:spPr>
          <a:xfrm>
            <a:off x="2123728" y="4650690"/>
            <a:ext cx="4572000" cy="369332"/>
          </a:xfrm>
          <a:prstGeom prst="rect">
            <a:avLst/>
          </a:prstGeom>
          <a:noFill/>
        </p:spPr>
        <p:txBody>
          <a:bodyPr wrap="square">
            <a:spAutoFit/>
          </a:bodyPr>
          <a:lstStyle/>
          <a:p>
            <a:r>
              <a:rPr lang="en-AU" dirty="0">
                <a:latin typeface="Arial" panose="020B0604020202020204" pitchFamily="34" charset="0"/>
                <a:cs typeface="Arial" panose="020B0604020202020204" pitchFamily="34" charset="0"/>
              </a:rPr>
              <a:t>Changes will be announced (if any)</a:t>
            </a:r>
            <a:endParaRPr lang="en-US" dirty="0"/>
          </a:p>
        </p:txBody>
      </p:sp>
    </p:spTree>
    <p:extLst>
      <p:ext uri="{BB962C8B-B14F-4D97-AF65-F5344CB8AC3E}">
        <p14:creationId xmlns:p14="http://schemas.microsoft.com/office/powerpoint/2010/main" val="3921763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1A259-E50D-4EA2-90A3-5321F575131B}"/>
              </a:ext>
            </a:extLst>
          </p:cNvPr>
          <p:cNvSpPr>
            <a:spLocks noGrp="1"/>
          </p:cNvSpPr>
          <p:nvPr>
            <p:ph type="title"/>
          </p:nvPr>
        </p:nvSpPr>
        <p:spPr/>
        <p:txBody>
          <a:bodyPr/>
          <a:lstStyle/>
          <a:p>
            <a:r>
              <a:rPr lang="en-AU" dirty="0"/>
              <a:t>Location</a:t>
            </a:r>
          </a:p>
        </p:txBody>
      </p:sp>
      <p:pic>
        <p:nvPicPr>
          <p:cNvPr id="3" name="Picture 2">
            <a:extLst>
              <a:ext uri="{FF2B5EF4-FFF2-40B4-BE49-F238E27FC236}">
                <a16:creationId xmlns:a16="http://schemas.microsoft.com/office/drawing/2014/main" id="{8760A9A4-7EDD-9BD1-E475-C4D15AB2E684}"/>
              </a:ext>
            </a:extLst>
          </p:cNvPr>
          <p:cNvPicPr>
            <a:picLocks noChangeAspect="1"/>
          </p:cNvPicPr>
          <p:nvPr/>
        </p:nvPicPr>
        <p:blipFill>
          <a:blip r:embed="rId2"/>
          <a:stretch>
            <a:fillRect/>
          </a:stretch>
        </p:blipFill>
        <p:spPr>
          <a:xfrm>
            <a:off x="2992938" y="0"/>
            <a:ext cx="6151062" cy="5143500"/>
          </a:xfrm>
          <a:prstGeom prst="rect">
            <a:avLst/>
          </a:prstGeom>
        </p:spPr>
      </p:pic>
    </p:spTree>
    <p:extLst>
      <p:ext uri="{BB962C8B-B14F-4D97-AF65-F5344CB8AC3E}">
        <p14:creationId xmlns:p14="http://schemas.microsoft.com/office/powerpoint/2010/main" val="2121063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Schedule overview: Term 1</a:t>
            </a:r>
            <a:endParaRPr lang="en-AU" dirty="0"/>
          </a:p>
        </p:txBody>
      </p:sp>
      <p:sp>
        <p:nvSpPr>
          <p:cNvPr id="5" name="Content Placeholder 4">
            <a:extLst>
              <a:ext uri="{FF2B5EF4-FFF2-40B4-BE49-F238E27FC236}">
                <a16:creationId xmlns:a16="http://schemas.microsoft.com/office/drawing/2014/main" id="{DDFA4648-525B-457E-B622-E5C1C4B5941C}"/>
              </a:ext>
            </a:extLst>
          </p:cNvPr>
          <p:cNvSpPr>
            <a:spLocks noGrp="1"/>
          </p:cNvSpPr>
          <p:nvPr>
            <p:ph idx="1"/>
          </p:nvPr>
        </p:nvSpPr>
        <p:spPr/>
        <p:txBody>
          <a:bodyPr/>
          <a:lstStyle/>
          <a:p>
            <a:endParaRPr lang="en-AU"/>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8</a:t>
            </a:fld>
            <a:endParaRPr lang="en-AU" dirty="0">
              <a:solidFill>
                <a:prstClr val="black">
                  <a:tint val="75000"/>
                </a:prstClr>
              </a:solidFill>
            </a:endParaRPr>
          </a:p>
        </p:txBody>
      </p:sp>
      <p:sp>
        <p:nvSpPr>
          <p:cNvPr id="2" name="TextBox 1"/>
          <p:cNvSpPr txBox="1"/>
          <p:nvPr/>
        </p:nvSpPr>
        <p:spPr>
          <a:xfrm>
            <a:off x="4716016" y="964576"/>
            <a:ext cx="2232248"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algn="ctr"/>
            <a:r>
              <a:rPr lang="en-AU" dirty="0"/>
              <a:t>Labs start first week!</a:t>
            </a:r>
          </a:p>
        </p:txBody>
      </p:sp>
      <p:graphicFrame>
        <p:nvGraphicFramePr>
          <p:cNvPr id="6" name="Table 5">
            <a:extLst>
              <a:ext uri="{FF2B5EF4-FFF2-40B4-BE49-F238E27FC236}">
                <a16:creationId xmlns:a16="http://schemas.microsoft.com/office/drawing/2014/main" id="{6E9CEB7D-931F-4735-A2A3-50E3F765923A}"/>
              </a:ext>
            </a:extLst>
          </p:cNvPr>
          <p:cNvGraphicFramePr>
            <a:graphicFrameLocks noGrp="1"/>
          </p:cNvGraphicFramePr>
          <p:nvPr>
            <p:extLst>
              <p:ext uri="{D42A27DB-BD31-4B8C-83A1-F6EECF244321}">
                <p14:modId xmlns:p14="http://schemas.microsoft.com/office/powerpoint/2010/main" val="938539967"/>
              </p:ext>
            </p:extLst>
          </p:nvPr>
        </p:nvGraphicFramePr>
        <p:xfrm>
          <a:off x="791580" y="1318426"/>
          <a:ext cx="7560840" cy="2727960"/>
        </p:xfrm>
        <a:graphic>
          <a:graphicData uri="http://schemas.openxmlformats.org/drawingml/2006/table">
            <a:tbl>
              <a:tblPr firstRow="1" bandRow="1">
                <a:tableStyleId>{5C22544A-7EE6-4342-B048-85BDC9FD1C3A}</a:tableStyleId>
              </a:tblPr>
              <a:tblGrid>
                <a:gridCol w="756084">
                  <a:extLst>
                    <a:ext uri="{9D8B030D-6E8A-4147-A177-3AD203B41FA5}">
                      <a16:colId xmlns:a16="http://schemas.microsoft.com/office/drawing/2014/main" val="1936035669"/>
                    </a:ext>
                  </a:extLst>
                </a:gridCol>
                <a:gridCol w="2628292">
                  <a:extLst>
                    <a:ext uri="{9D8B030D-6E8A-4147-A177-3AD203B41FA5}">
                      <a16:colId xmlns:a16="http://schemas.microsoft.com/office/drawing/2014/main" val="893490812"/>
                    </a:ext>
                  </a:extLst>
                </a:gridCol>
                <a:gridCol w="2556284">
                  <a:extLst>
                    <a:ext uri="{9D8B030D-6E8A-4147-A177-3AD203B41FA5}">
                      <a16:colId xmlns:a16="http://schemas.microsoft.com/office/drawing/2014/main" val="2297342137"/>
                    </a:ext>
                  </a:extLst>
                </a:gridCol>
                <a:gridCol w="1620180">
                  <a:extLst>
                    <a:ext uri="{9D8B030D-6E8A-4147-A177-3AD203B41FA5}">
                      <a16:colId xmlns:a16="http://schemas.microsoft.com/office/drawing/2014/main" val="1311766924"/>
                    </a:ext>
                  </a:extLst>
                </a:gridCol>
              </a:tblGrid>
              <a:tr h="370840">
                <a:tc>
                  <a:txBody>
                    <a:bodyPr/>
                    <a:lstStyle/>
                    <a:p>
                      <a:r>
                        <a:rPr lang="en-US" dirty="0"/>
                        <a:t>Week</a:t>
                      </a:r>
                      <a:endParaRPr lang="en-AU" dirty="0"/>
                    </a:p>
                  </a:txBody>
                  <a:tcPr/>
                </a:tc>
                <a:tc>
                  <a:txBody>
                    <a:bodyPr/>
                    <a:lstStyle/>
                    <a:p>
                      <a:r>
                        <a:rPr lang="en-US" dirty="0"/>
                        <a:t>Lecture</a:t>
                      </a:r>
                      <a:endParaRPr lang="en-AU" dirty="0"/>
                    </a:p>
                  </a:txBody>
                  <a:tcPr/>
                </a:tc>
                <a:tc>
                  <a:txBody>
                    <a:bodyPr/>
                    <a:lstStyle/>
                    <a:p>
                      <a:r>
                        <a:rPr lang="en-US" dirty="0"/>
                        <a:t>Lab</a:t>
                      </a:r>
                      <a:endParaRPr lang="en-AU" dirty="0"/>
                    </a:p>
                  </a:txBody>
                  <a:tcPr/>
                </a:tc>
                <a:tc>
                  <a:txBody>
                    <a:bodyPr/>
                    <a:lstStyle/>
                    <a:p>
                      <a:r>
                        <a:rPr lang="en-US" dirty="0"/>
                        <a:t>Assessments</a:t>
                      </a:r>
                      <a:endParaRPr lang="en-AU" dirty="0"/>
                    </a:p>
                  </a:txBody>
                  <a:tcPr/>
                </a:tc>
                <a:extLst>
                  <a:ext uri="{0D108BD9-81ED-4DB2-BD59-A6C34878D82A}">
                    <a16:rowId xmlns:a16="http://schemas.microsoft.com/office/drawing/2014/main" val="3458686416"/>
                  </a:ext>
                </a:extLst>
              </a:tr>
              <a:tr h="370840">
                <a:tc>
                  <a:txBody>
                    <a:bodyPr/>
                    <a:lstStyle/>
                    <a:p>
                      <a:r>
                        <a:rPr lang="en-US" dirty="0"/>
                        <a:t>1</a:t>
                      </a:r>
                    </a:p>
                  </a:txBody>
                  <a:tcPr/>
                </a:tc>
                <a:tc>
                  <a:txBody>
                    <a:bodyPr/>
                    <a:lstStyle/>
                    <a:p>
                      <a:r>
                        <a:rPr lang="en-US" dirty="0"/>
                        <a:t>Intro + </a:t>
                      </a:r>
                      <a:r>
                        <a:rPr lang="en-US" dirty="0" err="1"/>
                        <a:t>Defence</a:t>
                      </a:r>
                      <a:r>
                        <a:rPr lang="en-US" dirty="0"/>
                        <a:t> overview</a:t>
                      </a:r>
                      <a:endParaRPr lang="en-AU"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dirty="0"/>
                        <a:t>Lab 0: Linux and Networking</a:t>
                      </a:r>
                      <a:endParaRPr lang="en-AU" dirty="0"/>
                    </a:p>
                  </a:txBody>
                  <a:tcPr/>
                </a:tc>
                <a:tc>
                  <a:txBody>
                    <a:bodyPr/>
                    <a:lstStyle/>
                    <a:p>
                      <a:r>
                        <a:rPr lang="en-AU" dirty="0"/>
                        <a:t>Portfolio out</a:t>
                      </a:r>
                    </a:p>
                    <a:p>
                      <a:r>
                        <a:rPr lang="en-AU" dirty="0"/>
                        <a:t>Project  out</a:t>
                      </a:r>
                    </a:p>
                  </a:txBody>
                  <a:tcPr/>
                </a:tc>
                <a:extLst>
                  <a:ext uri="{0D108BD9-81ED-4DB2-BD59-A6C34878D82A}">
                    <a16:rowId xmlns:a16="http://schemas.microsoft.com/office/drawing/2014/main" val="2332311436"/>
                  </a:ext>
                </a:extLst>
              </a:tr>
              <a:tr h="370840">
                <a:tc>
                  <a:txBody>
                    <a:bodyPr/>
                    <a:lstStyle/>
                    <a:p>
                      <a:r>
                        <a:rPr lang="en-US" dirty="0"/>
                        <a:t>2</a:t>
                      </a:r>
                      <a:endParaRPr lang="en-AU" dirty="0"/>
                    </a:p>
                  </a:txBody>
                  <a:tcPr/>
                </a:tc>
                <a:tc>
                  <a:txBody>
                    <a:bodyPr/>
                    <a:lstStyle/>
                    <a:p>
                      <a:r>
                        <a:rPr lang="en-US" dirty="0"/>
                        <a:t>Cryptography*</a:t>
                      </a:r>
                      <a:endParaRPr lang="en-AU"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dirty="0"/>
                        <a:t>Lab 1: Hashing and Blockchain</a:t>
                      </a:r>
                      <a:endParaRPr lang="en-AU" dirty="0"/>
                    </a:p>
                  </a:txBody>
                  <a:tcPr/>
                </a:tc>
                <a:tc>
                  <a:txBody>
                    <a:bodyPr/>
                    <a:lstStyle/>
                    <a:p>
                      <a:endParaRPr lang="en-AU" dirty="0"/>
                    </a:p>
                  </a:txBody>
                  <a:tcPr/>
                </a:tc>
                <a:extLst>
                  <a:ext uri="{0D108BD9-81ED-4DB2-BD59-A6C34878D82A}">
                    <a16:rowId xmlns:a16="http://schemas.microsoft.com/office/drawing/2014/main" val="278003255"/>
                  </a:ext>
                </a:extLst>
              </a:tr>
              <a:tr h="370840">
                <a:tc>
                  <a:txBody>
                    <a:bodyPr/>
                    <a:lstStyle/>
                    <a:p>
                      <a:r>
                        <a:rPr lang="en-US" dirty="0"/>
                        <a:t>3</a:t>
                      </a:r>
                      <a:endParaRPr lang="en-AU" dirty="0"/>
                    </a:p>
                  </a:txBody>
                  <a:tcPr/>
                </a:tc>
                <a:tc>
                  <a:txBody>
                    <a:bodyPr/>
                    <a:lstStyle/>
                    <a:p>
                      <a:r>
                        <a:rPr lang="en-US" dirty="0"/>
                        <a:t>Privacy</a:t>
                      </a:r>
                      <a:endParaRPr lang="en-AU"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dirty="0"/>
                        <a:t>Lab 2: Privacy</a:t>
                      </a:r>
                      <a:endParaRPr lang="en-AU" dirty="0"/>
                    </a:p>
                  </a:txBody>
                  <a:tcPr/>
                </a:tc>
                <a:tc>
                  <a:txBody>
                    <a:bodyPr/>
                    <a:lstStyle/>
                    <a:p>
                      <a:endParaRPr lang="en-AU" dirty="0"/>
                    </a:p>
                  </a:txBody>
                  <a:tcPr/>
                </a:tc>
                <a:extLst>
                  <a:ext uri="{0D108BD9-81ED-4DB2-BD59-A6C34878D82A}">
                    <a16:rowId xmlns:a16="http://schemas.microsoft.com/office/drawing/2014/main" val="4266891631"/>
                  </a:ext>
                </a:extLst>
              </a:tr>
              <a:tr h="370840">
                <a:tc>
                  <a:txBody>
                    <a:bodyPr/>
                    <a:lstStyle/>
                    <a:p>
                      <a:r>
                        <a:rPr lang="en-US" dirty="0"/>
                        <a:t>4</a:t>
                      </a:r>
                      <a:endParaRPr lang="en-AU" dirty="0"/>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AU" dirty="0"/>
                        <a:t>Access Control</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dirty="0"/>
                        <a:t>Lab 3: Access Control</a:t>
                      </a:r>
                      <a:endParaRPr lang="en-AU" dirty="0"/>
                    </a:p>
                  </a:txBody>
                  <a:tcPr/>
                </a:tc>
                <a:tc>
                  <a:txBody>
                    <a:bodyPr/>
                    <a:lstStyle/>
                    <a:p>
                      <a:endParaRPr lang="en-AU" dirty="0"/>
                    </a:p>
                  </a:txBody>
                  <a:tcPr/>
                </a:tc>
                <a:extLst>
                  <a:ext uri="{0D108BD9-81ED-4DB2-BD59-A6C34878D82A}">
                    <a16:rowId xmlns:a16="http://schemas.microsoft.com/office/drawing/2014/main" val="3183880640"/>
                  </a:ext>
                </a:extLst>
              </a:tr>
              <a:tr h="370840">
                <a:tc>
                  <a:txBody>
                    <a:bodyPr/>
                    <a:lstStyle/>
                    <a:p>
                      <a:r>
                        <a:rPr lang="en-US" dirty="0"/>
                        <a:t>5</a:t>
                      </a:r>
                      <a:endParaRPr lang="en-AU" dirty="0"/>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AU" dirty="0"/>
                        <a:t>Security Management</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AU" dirty="0"/>
                        <a:t>Lab Quiz 1 demo</a:t>
                      </a:r>
                    </a:p>
                  </a:txBody>
                  <a:tcPr/>
                </a:tc>
                <a:tc>
                  <a:txBody>
                    <a:bodyPr/>
                    <a:lstStyle/>
                    <a:p>
                      <a:r>
                        <a:rPr lang="en-AU" dirty="0"/>
                        <a:t>Lab Quiz 1</a:t>
                      </a:r>
                    </a:p>
                  </a:txBody>
                  <a:tcPr/>
                </a:tc>
                <a:extLst>
                  <a:ext uri="{0D108BD9-81ED-4DB2-BD59-A6C34878D82A}">
                    <a16:rowId xmlns:a16="http://schemas.microsoft.com/office/drawing/2014/main" val="4174509953"/>
                  </a:ext>
                </a:extLst>
              </a:tr>
              <a:tr h="370840">
                <a:tc>
                  <a:txBody>
                    <a:bodyPr/>
                    <a:lstStyle/>
                    <a:p>
                      <a:r>
                        <a:rPr lang="en-AU" dirty="0"/>
                        <a:t>6</a:t>
                      </a: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AU" dirty="0"/>
                        <a:t>Security Tools</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AU" dirty="0"/>
                        <a:t>Lab 4: Vulnerability Analysis</a:t>
                      </a: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AU" dirty="0"/>
                        <a:t>Portfolio part 1 due</a:t>
                      </a:r>
                    </a:p>
                  </a:txBody>
                  <a:tcPr/>
                </a:tc>
                <a:extLst>
                  <a:ext uri="{0D108BD9-81ED-4DB2-BD59-A6C34878D82A}">
                    <a16:rowId xmlns:a16="http://schemas.microsoft.com/office/drawing/2014/main" val="735496964"/>
                  </a:ext>
                </a:extLst>
              </a:tr>
            </a:tbl>
          </a:graphicData>
        </a:graphic>
      </p:graphicFrame>
      <p:sp>
        <p:nvSpPr>
          <p:cNvPr id="8" name="TextBox 7">
            <a:extLst>
              <a:ext uri="{FF2B5EF4-FFF2-40B4-BE49-F238E27FC236}">
                <a16:creationId xmlns:a16="http://schemas.microsoft.com/office/drawing/2014/main" id="{543E29F7-AEEA-5619-0A37-CFD69E3C0C4B}"/>
              </a:ext>
            </a:extLst>
          </p:cNvPr>
          <p:cNvSpPr txBox="1"/>
          <p:nvPr/>
        </p:nvSpPr>
        <p:spPr>
          <a:xfrm>
            <a:off x="611560" y="4743023"/>
            <a:ext cx="7740860" cy="276999"/>
          </a:xfrm>
          <a:prstGeom prst="rect">
            <a:avLst/>
          </a:prstGeom>
          <a:noFill/>
        </p:spPr>
        <p:txBody>
          <a:bodyPr wrap="square">
            <a:spAutoFit/>
          </a:bodyPr>
          <a:lstStyle/>
          <a:p>
            <a:r>
              <a:rPr lang="en-US" sz="1200" dirty="0"/>
              <a:t>*Cryptography lecture will be available online due to </a:t>
            </a:r>
            <a:r>
              <a:rPr lang="en-US" sz="1200" dirty="0" err="1"/>
              <a:t>Labour</a:t>
            </a:r>
            <a:r>
              <a:rPr lang="en-US" sz="1200" dirty="0"/>
              <a:t> Day public holiday on Monday</a:t>
            </a:r>
          </a:p>
        </p:txBody>
      </p:sp>
    </p:spTree>
    <p:extLst>
      <p:ext uri="{BB962C8B-B14F-4D97-AF65-F5344CB8AC3E}">
        <p14:creationId xmlns:p14="http://schemas.microsoft.com/office/powerpoint/2010/main" val="2563439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Schedule overview: Term 2</a:t>
            </a:r>
            <a:endParaRPr lang="en-AU" dirty="0"/>
          </a:p>
        </p:txBody>
      </p:sp>
      <p:sp>
        <p:nvSpPr>
          <p:cNvPr id="6" name="Content Placeholder 5">
            <a:extLst>
              <a:ext uri="{FF2B5EF4-FFF2-40B4-BE49-F238E27FC236}">
                <a16:creationId xmlns:a16="http://schemas.microsoft.com/office/drawing/2014/main" id="{13B7EB50-E974-467A-BFA1-9B856D1A831C}"/>
              </a:ext>
            </a:extLst>
          </p:cNvPr>
          <p:cNvSpPr>
            <a:spLocks noGrp="1"/>
          </p:cNvSpPr>
          <p:nvPr>
            <p:ph idx="1"/>
          </p:nvPr>
        </p:nvSpPr>
        <p:spPr/>
        <p:txBody>
          <a:bodyPr/>
          <a:lstStyle/>
          <a:p>
            <a:endParaRPr lang="en-AU"/>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9</a:t>
            </a:fld>
            <a:endParaRPr lang="en-AU" dirty="0">
              <a:solidFill>
                <a:prstClr val="black">
                  <a:tint val="75000"/>
                </a:prstClr>
              </a:solidFill>
            </a:endParaRPr>
          </a:p>
        </p:txBody>
      </p:sp>
      <p:graphicFrame>
        <p:nvGraphicFramePr>
          <p:cNvPr id="2" name="Table 1">
            <a:extLst>
              <a:ext uri="{FF2B5EF4-FFF2-40B4-BE49-F238E27FC236}">
                <a16:creationId xmlns:a16="http://schemas.microsoft.com/office/drawing/2014/main" id="{17FD98A0-3228-6863-760D-28AEEE4B65DE}"/>
              </a:ext>
            </a:extLst>
          </p:cNvPr>
          <p:cNvGraphicFramePr>
            <a:graphicFrameLocks noGrp="1"/>
          </p:cNvGraphicFramePr>
          <p:nvPr>
            <p:extLst>
              <p:ext uri="{D42A27DB-BD31-4B8C-83A1-F6EECF244321}">
                <p14:modId xmlns:p14="http://schemas.microsoft.com/office/powerpoint/2010/main" val="3982270638"/>
              </p:ext>
            </p:extLst>
          </p:nvPr>
        </p:nvGraphicFramePr>
        <p:xfrm>
          <a:off x="791580" y="1327268"/>
          <a:ext cx="7560840" cy="2972674"/>
        </p:xfrm>
        <a:graphic>
          <a:graphicData uri="http://schemas.openxmlformats.org/drawingml/2006/table">
            <a:tbl>
              <a:tblPr firstRow="1" bandRow="1">
                <a:tableStyleId>{5C22544A-7EE6-4342-B048-85BDC9FD1C3A}</a:tableStyleId>
              </a:tblPr>
              <a:tblGrid>
                <a:gridCol w="756084">
                  <a:extLst>
                    <a:ext uri="{9D8B030D-6E8A-4147-A177-3AD203B41FA5}">
                      <a16:colId xmlns:a16="http://schemas.microsoft.com/office/drawing/2014/main" val="1936035669"/>
                    </a:ext>
                  </a:extLst>
                </a:gridCol>
                <a:gridCol w="2628292">
                  <a:extLst>
                    <a:ext uri="{9D8B030D-6E8A-4147-A177-3AD203B41FA5}">
                      <a16:colId xmlns:a16="http://schemas.microsoft.com/office/drawing/2014/main" val="893490812"/>
                    </a:ext>
                  </a:extLst>
                </a:gridCol>
                <a:gridCol w="2556284">
                  <a:extLst>
                    <a:ext uri="{9D8B030D-6E8A-4147-A177-3AD203B41FA5}">
                      <a16:colId xmlns:a16="http://schemas.microsoft.com/office/drawing/2014/main" val="2297342137"/>
                    </a:ext>
                  </a:extLst>
                </a:gridCol>
                <a:gridCol w="1620180">
                  <a:extLst>
                    <a:ext uri="{9D8B030D-6E8A-4147-A177-3AD203B41FA5}">
                      <a16:colId xmlns:a16="http://schemas.microsoft.com/office/drawing/2014/main" val="4125502464"/>
                    </a:ext>
                  </a:extLst>
                </a:gridCol>
              </a:tblGrid>
              <a:tr h="377075">
                <a:tc>
                  <a:txBody>
                    <a:bodyPr/>
                    <a:lstStyle/>
                    <a:p>
                      <a:r>
                        <a:rPr lang="en-US" dirty="0"/>
                        <a:t>Week</a:t>
                      </a:r>
                      <a:endParaRPr lang="en-AU" dirty="0"/>
                    </a:p>
                  </a:txBody>
                  <a:tcPr/>
                </a:tc>
                <a:tc>
                  <a:txBody>
                    <a:bodyPr/>
                    <a:lstStyle/>
                    <a:p>
                      <a:r>
                        <a:rPr lang="en-US" dirty="0"/>
                        <a:t>Lecture</a:t>
                      </a:r>
                      <a:endParaRPr lang="en-AU" dirty="0"/>
                    </a:p>
                  </a:txBody>
                  <a:tcPr/>
                </a:tc>
                <a:tc>
                  <a:txBody>
                    <a:bodyPr/>
                    <a:lstStyle/>
                    <a:p>
                      <a:r>
                        <a:rPr lang="en-US" dirty="0"/>
                        <a:t>Lab</a:t>
                      </a:r>
                      <a:endParaRPr lang="en-AU"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dirty="0"/>
                        <a:t>Assessments</a:t>
                      </a:r>
                      <a:endParaRPr lang="en-AU" dirty="0"/>
                    </a:p>
                  </a:txBody>
                  <a:tcPr/>
                </a:tc>
                <a:extLst>
                  <a:ext uri="{0D108BD9-81ED-4DB2-BD59-A6C34878D82A}">
                    <a16:rowId xmlns:a16="http://schemas.microsoft.com/office/drawing/2014/main" val="3458686416"/>
                  </a:ext>
                </a:extLst>
              </a:tr>
              <a:tr h="333149">
                <a:tc gridSpan="4">
                  <a:txBody>
                    <a:bodyPr/>
                    <a:lstStyle/>
                    <a:p>
                      <a:pPr algn="ctr"/>
                      <a:r>
                        <a:rPr lang="en-AU" dirty="0"/>
                        <a:t>Break</a:t>
                      </a:r>
                    </a:p>
                  </a:txBody>
                  <a:tcPr/>
                </a:tc>
                <a:tc hMerge="1">
                  <a:txBody>
                    <a:bodyPr/>
                    <a:lstStyle/>
                    <a:p>
                      <a:endParaRPr lang="en-AU" dirty="0"/>
                    </a:p>
                  </a:txBody>
                  <a:tcPr/>
                </a:tc>
                <a:tc hMerge="1">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endParaRPr lang="en-AU" dirty="0"/>
                    </a:p>
                  </a:txBody>
                  <a:tcPr/>
                </a:tc>
                <a:tc hMerge="1">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AU" dirty="0"/>
                    </a:p>
                  </a:txBody>
                  <a:tcPr/>
                </a:tc>
                <a:extLst>
                  <a:ext uri="{0D108BD9-81ED-4DB2-BD59-A6C34878D82A}">
                    <a16:rowId xmlns:a16="http://schemas.microsoft.com/office/drawing/2014/main" val="2118469951"/>
                  </a:ext>
                </a:extLst>
              </a:tr>
              <a:tr h="377075">
                <a:tc>
                  <a:txBody>
                    <a:bodyPr/>
                    <a:lstStyle/>
                    <a:p>
                      <a:r>
                        <a:rPr lang="en-AU" dirty="0"/>
                        <a:t>7</a:t>
                      </a: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AU" dirty="0"/>
                        <a:t>IDS</a:t>
                      </a: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AU" dirty="0"/>
                        <a:t>Project T1 demo</a:t>
                      </a:r>
                    </a:p>
                  </a:txBody>
                  <a:tcPr/>
                </a:tc>
                <a:tc>
                  <a:txBody>
                    <a:bodyPr/>
                    <a:lstStyle/>
                    <a:p>
                      <a:r>
                        <a:rPr lang="en-AU" dirty="0"/>
                        <a:t>Project T1 due</a:t>
                      </a:r>
                    </a:p>
                  </a:txBody>
                  <a:tcPr/>
                </a:tc>
                <a:extLst>
                  <a:ext uri="{0D108BD9-81ED-4DB2-BD59-A6C34878D82A}">
                    <a16:rowId xmlns:a16="http://schemas.microsoft.com/office/drawing/2014/main" val="1092163800"/>
                  </a:ext>
                </a:extLst>
              </a:tr>
              <a:tr h="377075">
                <a:tc>
                  <a:txBody>
                    <a:bodyPr/>
                    <a:lstStyle/>
                    <a:p>
                      <a:r>
                        <a:rPr lang="en-AU" dirty="0"/>
                        <a:t>8</a:t>
                      </a:r>
                    </a:p>
                  </a:txBody>
                  <a:tcPr/>
                </a:tc>
                <a:tc>
                  <a:txBody>
                    <a:bodyPr/>
                    <a:lstStyle/>
                    <a:p>
                      <a:r>
                        <a:rPr lang="en-AU" dirty="0"/>
                        <a:t>Security Modelling and Analysis</a:t>
                      </a: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altLang="zh-CN" dirty="0"/>
                        <a:t>Lab 5: IDS</a:t>
                      </a:r>
                      <a:endParaRPr lang="en-AU" altLang="zh-CN" dirty="0"/>
                    </a:p>
                  </a:txBody>
                  <a:tcPr/>
                </a:tc>
                <a:tc>
                  <a:txBody>
                    <a:bodyPr/>
                    <a:lstStyle/>
                    <a:p>
                      <a:endParaRPr lang="en-AU" dirty="0"/>
                    </a:p>
                  </a:txBody>
                  <a:tcPr/>
                </a:tc>
                <a:extLst>
                  <a:ext uri="{0D108BD9-81ED-4DB2-BD59-A6C34878D82A}">
                    <a16:rowId xmlns:a16="http://schemas.microsoft.com/office/drawing/2014/main" val="2205193266"/>
                  </a:ext>
                </a:extLst>
              </a:tr>
              <a:tr h="377075">
                <a:tc>
                  <a:txBody>
                    <a:bodyPr/>
                    <a:lstStyle/>
                    <a:p>
                      <a:r>
                        <a:rPr lang="en-US" dirty="0"/>
                        <a:t>9</a:t>
                      </a:r>
                      <a:endParaRPr lang="en-AU" dirty="0"/>
                    </a:p>
                  </a:txBody>
                  <a:tcPr/>
                </a:tc>
                <a:tc>
                  <a:txBody>
                    <a:bodyPr/>
                    <a:lstStyle/>
                    <a:p>
                      <a:r>
                        <a:rPr lang="en-AU" dirty="0"/>
                        <a:t>Proactive Cybersecurity</a:t>
                      </a: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altLang="zh-CN" dirty="0"/>
                        <a:t>Lab 6: Risk Analysis</a:t>
                      </a:r>
                      <a:endParaRPr lang="en-AU" altLang="zh-CN"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AU" dirty="0"/>
                    </a:p>
                  </a:txBody>
                  <a:tcPr/>
                </a:tc>
                <a:extLst>
                  <a:ext uri="{0D108BD9-81ED-4DB2-BD59-A6C34878D82A}">
                    <a16:rowId xmlns:a16="http://schemas.microsoft.com/office/drawing/2014/main" val="2006873889"/>
                  </a:ext>
                </a:extLst>
              </a:tr>
              <a:tr h="377075">
                <a:tc>
                  <a:txBody>
                    <a:bodyPr/>
                    <a:lstStyle/>
                    <a:p>
                      <a:r>
                        <a:rPr lang="en-US" dirty="0"/>
                        <a:t>10</a:t>
                      </a:r>
                      <a:endParaRPr lang="en-AU" dirty="0"/>
                    </a:p>
                  </a:txBody>
                  <a:tcPr/>
                </a:tc>
                <a:tc>
                  <a:txBody>
                    <a:bodyPr/>
                    <a:lstStyle/>
                    <a:p>
                      <a:r>
                        <a:rPr lang="en-AU" dirty="0"/>
                        <a:t>Threat Intelligence</a:t>
                      </a:r>
                    </a:p>
                  </a:txBody>
                  <a:tcPr/>
                </a:tc>
                <a:tc gridSpan="2">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AU" altLang="zh-CN" dirty="0"/>
                        <a:t>Lab Quiz 2</a:t>
                      </a:r>
                    </a:p>
                  </a:txBody>
                  <a:tcPr/>
                </a:tc>
                <a:tc hMerge="1">
                  <a:txBody>
                    <a:bodyPr/>
                    <a:lstStyle/>
                    <a:p>
                      <a:pPr/>
                      <a:endParaRPr dirty="0"/>
                    </a:p>
                  </a:txBody>
                  <a:tcPr/>
                </a:tc>
                <a:extLst>
                  <a:ext uri="{0D108BD9-81ED-4DB2-BD59-A6C34878D82A}">
                    <a16:rowId xmlns:a16="http://schemas.microsoft.com/office/drawing/2014/main" val="78724431"/>
                  </a:ext>
                </a:extLst>
              </a:tr>
              <a:tr h="377075">
                <a:tc>
                  <a:txBody>
                    <a:bodyPr/>
                    <a:lstStyle/>
                    <a:p>
                      <a:r>
                        <a:rPr lang="en-AU" dirty="0"/>
                        <a:t>11</a:t>
                      </a:r>
                    </a:p>
                  </a:txBody>
                  <a:tcPr/>
                </a:tc>
                <a:tc>
                  <a:txBody>
                    <a:bodyPr/>
                    <a:lstStyle/>
                    <a:p>
                      <a:r>
                        <a:rPr lang="en-AU" dirty="0"/>
                        <a:t>AI and Security</a:t>
                      </a: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AU" altLang="zh-CN" dirty="0"/>
                        <a:t>Lab Quiz 2 Demo</a:t>
                      </a: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AU" dirty="0"/>
                        <a:t>Project T2 due</a:t>
                      </a:r>
                    </a:p>
                  </a:txBody>
                  <a:tcPr/>
                </a:tc>
                <a:extLst>
                  <a:ext uri="{0D108BD9-81ED-4DB2-BD59-A6C34878D82A}">
                    <a16:rowId xmlns:a16="http://schemas.microsoft.com/office/drawing/2014/main" val="3947375827"/>
                  </a:ext>
                </a:extLst>
              </a:tr>
              <a:tr h="377075">
                <a:tc>
                  <a:txBody>
                    <a:bodyPr/>
                    <a:lstStyle/>
                    <a:p>
                      <a:r>
                        <a:rPr lang="en-AU" dirty="0"/>
                        <a:t>12</a:t>
                      </a: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AU" dirty="0"/>
                        <a:t>Special Topic</a:t>
                      </a:r>
                    </a:p>
                  </a:txBody>
                  <a:tcPr/>
                </a:tc>
                <a:tc>
                  <a:txBody>
                    <a:bodyPr/>
                    <a:lstStyle/>
                    <a:p>
                      <a:r>
                        <a:rPr lang="en-AU" dirty="0"/>
                        <a:t>Project demo</a:t>
                      </a:r>
                    </a:p>
                  </a:txBody>
                  <a:tcPr/>
                </a:tc>
                <a:tc>
                  <a:txBody>
                    <a:bodyPr/>
                    <a:lstStyle/>
                    <a:p>
                      <a:r>
                        <a:rPr lang="en-AU" dirty="0"/>
                        <a:t>Portfolio part 2 due</a:t>
                      </a:r>
                    </a:p>
                  </a:txBody>
                  <a:tcPr/>
                </a:tc>
                <a:extLst>
                  <a:ext uri="{0D108BD9-81ED-4DB2-BD59-A6C34878D82A}">
                    <a16:rowId xmlns:a16="http://schemas.microsoft.com/office/drawing/2014/main" val="3485195190"/>
                  </a:ext>
                </a:extLst>
              </a:tr>
            </a:tbl>
          </a:graphicData>
        </a:graphic>
      </p:graphicFrame>
    </p:spTree>
    <p:extLst>
      <p:ext uri="{BB962C8B-B14F-4D97-AF65-F5344CB8AC3E}">
        <p14:creationId xmlns:p14="http://schemas.microsoft.com/office/powerpoint/2010/main" val="2694718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Assessments</a:t>
            </a:r>
            <a:endParaRPr lang="en-AU" dirty="0"/>
          </a:p>
        </p:txBody>
      </p:sp>
      <p:sp>
        <p:nvSpPr>
          <p:cNvPr id="6" name="Content Placeholder 5">
            <a:extLst>
              <a:ext uri="{FF2B5EF4-FFF2-40B4-BE49-F238E27FC236}">
                <a16:creationId xmlns:a16="http://schemas.microsoft.com/office/drawing/2014/main" id="{04A021E5-DEAC-42DD-9695-9496F66E9266}"/>
              </a:ext>
            </a:extLst>
          </p:cNvPr>
          <p:cNvSpPr>
            <a:spLocks noGrp="1"/>
          </p:cNvSpPr>
          <p:nvPr>
            <p:ph idx="1"/>
          </p:nvPr>
        </p:nvSpPr>
        <p:spPr/>
        <p:txBody>
          <a:bodyPr/>
          <a:lstStyle/>
          <a:p>
            <a:endParaRPr lang="en-AU"/>
          </a:p>
        </p:txBody>
      </p:sp>
      <p:sp>
        <p:nvSpPr>
          <p:cNvPr id="3" name="Slide Number Placeholder 2"/>
          <p:cNvSpPr>
            <a:spLocks noGrp="1"/>
          </p:cNvSpPr>
          <p:nvPr>
            <p:ph type="sldNum" sz="quarter" idx="12"/>
          </p:nvPr>
        </p:nvSpPr>
        <p:spPr/>
        <p:txBody>
          <a:bodyPr/>
          <a:lstStyle/>
          <a:p>
            <a:fld id="{55670E94-029C-4BA8-8D44-FBB339E4924F}" type="slidenum">
              <a:rPr lang="en-AU" smtClean="0">
                <a:solidFill>
                  <a:prstClr val="black">
                    <a:tint val="75000"/>
                  </a:prstClr>
                </a:solidFill>
              </a:rPr>
              <a:pPr/>
              <a:t>10</a:t>
            </a:fld>
            <a:endParaRPr lang="en-AU" dirty="0">
              <a:solidFill>
                <a:prstClr val="black">
                  <a:tint val="75000"/>
                </a:prstClr>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517677450"/>
              </p:ext>
            </p:extLst>
          </p:nvPr>
        </p:nvGraphicFramePr>
        <p:xfrm>
          <a:off x="319534" y="2041683"/>
          <a:ext cx="8496945" cy="1747520"/>
        </p:xfrm>
        <a:graphic>
          <a:graphicData uri="http://schemas.openxmlformats.org/drawingml/2006/table">
            <a:tbl>
              <a:tblPr firstRow="1" bandRow="1">
                <a:tableStyleId>{5C22544A-7EE6-4342-B048-85BDC9FD1C3A}</a:tableStyleId>
              </a:tblPr>
              <a:tblGrid>
                <a:gridCol w="2736305">
                  <a:extLst>
                    <a:ext uri="{9D8B030D-6E8A-4147-A177-3AD203B41FA5}">
                      <a16:colId xmlns:a16="http://schemas.microsoft.com/office/drawing/2014/main" val="1936035669"/>
                    </a:ext>
                  </a:extLst>
                </a:gridCol>
                <a:gridCol w="2073287">
                  <a:extLst>
                    <a:ext uri="{9D8B030D-6E8A-4147-A177-3AD203B41FA5}">
                      <a16:colId xmlns:a16="http://schemas.microsoft.com/office/drawing/2014/main" val="893490812"/>
                    </a:ext>
                  </a:extLst>
                </a:gridCol>
                <a:gridCol w="2003996">
                  <a:extLst>
                    <a:ext uri="{9D8B030D-6E8A-4147-A177-3AD203B41FA5}">
                      <a16:colId xmlns:a16="http://schemas.microsoft.com/office/drawing/2014/main" val="2297342137"/>
                    </a:ext>
                  </a:extLst>
                </a:gridCol>
                <a:gridCol w="1683357">
                  <a:extLst>
                    <a:ext uri="{9D8B030D-6E8A-4147-A177-3AD203B41FA5}">
                      <a16:colId xmlns:a16="http://schemas.microsoft.com/office/drawing/2014/main" val="4125502464"/>
                    </a:ext>
                  </a:extLst>
                </a:gridCol>
              </a:tblGrid>
              <a:tr h="370840">
                <a:tc>
                  <a:txBody>
                    <a:bodyPr/>
                    <a:lstStyle/>
                    <a:p>
                      <a:r>
                        <a:rPr lang="en-US" dirty="0"/>
                        <a:t>Assessment Item</a:t>
                      </a:r>
                      <a:endParaRPr lang="en-AU" dirty="0"/>
                    </a:p>
                  </a:txBody>
                  <a:tcPr/>
                </a:tc>
                <a:tc>
                  <a:txBody>
                    <a:bodyPr/>
                    <a:lstStyle/>
                    <a:p>
                      <a:r>
                        <a:rPr lang="en-AU" dirty="0"/>
                        <a:t>When</a:t>
                      </a:r>
                    </a:p>
                  </a:txBody>
                  <a:tcPr/>
                </a:tc>
                <a:tc>
                  <a:txBody>
                    <a:bodyPr/>
                    <a:lstStyle/>
                    <a:p>
                      <a:r>
                        <a:rPr lang="en-US" dirty="0"/>
                        <a:t>Covers</a:t>
                      </a:r>
                      <a:endParaRPr lang="en-AU"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dirty="0"/>
                        <a:t>Worth (total)</a:t>
                      </a:r>
                      <a:endParaRPr lang="en-AU" dirty="0"/>
                    </a:p>
                  </a:txBody>
                  <a:tcPr/>
                </a:tc>
                <a:extLst>
                  <a:ext uri="{0D108BD9-81ED-4DB2-BD59-A6C34878D82A}">
                    <a16:rowId xmlns:a16="http://schemas.microsoft.com/office/drawing/2014/main" val="3458686416"/>
                  </a:ext>
                </a:extLst>
              </a:tr>
              <a:tr h="370840">
                <a:tc>
                  <a:txBody>
                    <a:bodyPr/>
                    <a:lstStyle/>
                    <a:p>
                      <a:r>
                        <a:rPr lang="en-AU" b="1" dirty="0"/>
                        <a:t>Lab Quizzes</a:t>
                      </a:r>
                    </a:p>
                  </a:txBody>
                  <a:tcPr/>
                </a:tc>
                <a:tc>
                  <a:txBody>
                    <a:bodyPr/>
                    <a:lstStyle/>
                    <a:p>
                      <a:r>
                        <a:rPr lang="en-AU" b="1" dirty="0"/>
                        <a:t>Weeks 5, 10</a:t>
                      </a:r>
                    </a:p>
                  </a:txBody>
                  <a:tcPr/>
                </a:tc>
                <a:tc>
                  <a:txBody>
                    <a:bodyPr/>
                    <a:lstStyle/>
                    <a:p>
                      <a:r>
                        <a:rPr lang="en-AU" b="1" dirty="0"/>
                        <a:t>Topics up to the week</a:t>
                      </a:r>
                    </a:p>
                  </a:txBody>
                  <a:tcPr/>
                </a:tc>
                <a:tc>
                  <a:txBody>
                    <a:bodyPr/>
                    <a:lstStyle/>
                    <a:p>
                      <a:r>
                        <a:rPr lang="en-AU" b="1" dirty="0"/>
                        <a:t>40% (20% each)</a:t>
                      </a:r>
                    </a:p>
                  </a:txBody>
                  <a:tcPr/>
                </a:tc>
                <a:extLst>
                  <a:ext uri="{0D108BD9-81ED-4DB2-BD59-A6C34878D82A}">
                    <a16:rowId xmlns:a16="http://schemas.microsoft.com/office/drawing/2014/main" val="3546135003"/>
                  </a:ext>
                </a:extLst>
              </a:tr>
              <a:tr h="370840">
                <a:tc>
                  <a:txBody>
                    <a:bodyPr/>
                    <a:lstStyle/>
                    <a:p>
                      <a:r>
                        <a:rPr lang="en-AU" b="1" dirty="0"/>
                        <a:t>Project</a:t>
                      </a:r>
                    </a:p>
                  </a:txBody>
                  <a:tcPr/>
                </a:tc>
                <a:tc>
                  <a:txBody>
                    <a:bodyPr/>
                    <a:lstStyle/>
                    <a:p>
                      <a:r>
                        <a:rPr lang="en-US" b="1" dirty="0"/>
                        <a:t>Weeks 7 (Task 1)</a:t>
                      </a:r>
                    </a:p>
                    <a:p>
                      <a:r>
                        <a:rPr lang="en-US" b="1" dirty="0"/>
                        <a:t>Week 11 (Task 2)</a:t>
                      </a:r>
                      <a:endParaRPr lang="en-AU" b="1" dirty="0"/>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AU" b="1" dirty="0"/>
                        <a:t>Various</a:t>
                      </a:r>
                    </a:p>
                  </a:txBody>
                  <a:tcPr/>
                </a:tc>
                <a:tc>
                  <a:txBody>
                    <a:bodyPr/>
                    <a:lstStyle/>
                    <a:p>
                      <a:r>
                        <a:rPr lang="en-AU" b="1" dirty="0"/>
                        <a:t>40%</a:t>
                      </a:r>
                    </a:p>
                  </a:txBody>
                  <a:tcPr/>
                </a:tc>
                <a:extLst>
                  <a:ext uri="{0D108BD9-81ED-4DB2-BD59-A6C34878D82A}">
                    <a16:rowId xmlns:a16="http://schemas.microsoft.com/office/drawing/2014/main" val="481594361"/>
                  </a:ext>
                </a:extLst>
              </a:tr>
              <a:tr h="370840">
                <a:tc>
                  <a:txBody>
                    <a:bodyPr/>
                    <a:lstStyle/>
                    <a:p>
                      <a:r>
                        <a:rPr lang="en-US" b="1" dirty="0"/>
                        <a:t>Portfolio</a:t>
                      </a:r>
                      <a:endParaRPr lang="en-AU" b="1" dirty="0"/>
                    </a:p>
                  </a:txBody>
                  <a:tcPr/>
                </a:tc>
                <a:tc>
                  <a:txBody>
                    <a:bodyPr/>
                    <a:lstStyle/>
                    <a:p>
                      <a:r>
                        <a:rPr lang="en-AU" b="1" dirty="0"/>
                        <a:t>Week 6   (Part 1) </a:t>
                      </a:r>
                    </a:p>
                    <a:p>
                      <a:r>
                        <a:rPr lang="en-AU" b="1" dirty="0"/>
                        <a:t>Week 12 (Part 2)</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AU" b="1" dirty="0"/>
                        <a:t>Various</a:t>
                      </a:r>
                    </a:p>
                  </a:txBody>
                  <a:tcPr/>
                </a:tc>
                <a:tc>
                  <a:txBody>
                    <a:bodyPr/>
                    <a:lstStyle/>
                    <a:p>
                      <a:r>
                        <a:rPr lang="en-AU" b="1" dirty="0"/>
                        <a:t>20%</a:t>
                      </a:r>
                    </a:p>
                  </a:txBody>
                  <a:tcPr/>
                </a:tc>
                <a:extLst>
                  <a:ext uri="{0D108BD9-81ED-4DB2-BD59-A6C34878D82A}">
                    <a16:rowId xmlns:a16="http://schemas.microsoft.com/office/drawing/2014/main" val="3099890130"/>
                  </a:ext>
                </a:extLst>
              </a:tr>
            </a:tbl>
          </a:graphicData>
        </a:graphic>
      </p:graphicFrame>
      <p:sp>
        <p:nvSpPr>
          <p:cNvPr id="2" name="Rectangle 1"/>
          <p:cNvSpPr/>
          <p:nvPr/>
        </p:nvSpPr>
        <p:spPr>
          <a:xfrm>
            <a:off x="179363" y="4507143"/>
            <a:ext cx="5602368" cy="369332"/>
          </a:xfrm>
          <a:prstGeom prst="rect">
            <a:avLst/>
          </a:prstGeom>
        </p:spPr>
        <p:txBody>
          <a:bodyPr wrap="none">
            <a:spAutoFit/>
          </a:bodyPr>
          <a:lstStyle/>
          <a:p>
            <a:r>
              <a:rPr lang="en-US" dirty="0"/>
              <a:t>Please note, all dates are tentative and subject to change!</a:t>
            </a:r>
            <a:endParaRPr lang="en-AU" dirty="0"/>
          </a:p>
        </p:txBody>
      </p:sp>
    </p:spTree>
    <p:extLst>
      <p:ext uri="{BB962C8B-B14F-4D97-AF65-F5344CB8AC3E}">
        <p14:creationId xmlns:p14="http://schemas.microsoft.com/office/powerpoint/2010/main" val="191350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9F67F-98F5-4811-9911-FFE4F4D89067}"/>
              </a:ext>
            </a:extLst>
          </p:cNvPr>
          <p:cNvSpPr>
            <a:spLocks noGrp="1"/>
          </p:cNvSpPr>
          <p:nvPr>
            <p:ph type="title"/>
          </p:nvPr>
        </p:nvSpPr>
        <p:spPr/>
        <p:txBody>
          <a:bodyPr/>
          <a:lstStyle/>
          <a:p>
            <a:r>
              <a:rPr lang="en-AU" dirty="0"/>
              <a:t>How does the lab quiz work?       </a:t>
            </a:r>
          </a:p>
        </p:txBody>
      </p:sp>
      <p:sp>
        <p:nvSpPr>
          <p:cNvPr id="3" name="Content Placeholder 2">
            <a:extLst>
              <a:ext uri="{FF2B5EF4-FFF2-40B4-BE49-F238E27FC236}">
                <a16:creationId xmlns:a16="http://schemas.microsoft.com/office/drawing/2014/main" id="{0267A9EC-92BF-4C49-9650-2BDDD304510B}"/>
              </a:ext>
            </a:extLst>
          </p:cNvPr>
          <p:cNvSpPr>
            <a:spLocks noGrp="1"/>
          </p:cNvSpPr>
          <p:nvPr>
            <p:ph idx="1"/>
          </p:nvPr>
        </p:nvSpPr>
        <p:spPr>
          <a:xfrm>
            <a:off x="685346" y="1419622"/>
            <a:ext cx="7765322" cy="3392134"/>
          </a:xfrm>
        </p:spPr>
        <p:txBody>
          <a:bodyPr>
            <a:normAutofit/>
          </a:bodyPr>
          <a:lstStyle/>
          <a:p>
            <a:r>
              <a:rPr lang="en-AU" dirty="0"/>
              <a:t>During your scheduled lab time, you will be supervised by a lab facilitator to complete a timed lab quiz (~60 mins but can vary). </a:t>
            </a:r>
          </a:p>
          <a:p>
            <a:r>
              <a:rPr lang="en-AU" dirty="0"/>
              <a:t>You cannot receive mark if your attendance is not confirmed by the lab facilitator.</a:t>
            </a:r>
          </a:p>
          <a:p>
            <a:pPr lvl="1"/>
            <a:r>
              <a:rPr lang="en-AU" dirty="0"/>
              <a:t>i.e., you must be supervised/invigilated by the lab facilitator to receive marks.</a:t>
            </a:r>
          </a:p>
          <a:p>
            <a:pPr lvl="1"/>
            <a:r>
              <a:rPr lang="en-AU" dirty="0"/>
              <a:t>Attendance is required for all F2F students (unless a reasonable excuse is provided).</a:t>
            </a:r>
          </a:p>
          <a:p>
            <a:pPr lvl="1"/>
            <a:endParaRPr lang="en-AU" dirty="0"/>
          </a:p>
        </p:txBody>
      </p:sp>
      <p:sp>
        <p:nvSpPr>
          <p:cNvPr id="4" name="Slide Number Placeholder 3">
            <a:extLst>
              <a:ext uri="{FF2B5EF4-FFF2-40B4-BE49-F238E27FC236}">
                <a16:creationId xmlns:a16="http://schemas.microsoft.com/office/drawing/2014/main" id="{372A46DA-D476-4827-8858-6189A23BB785}"/>
              </a:ext>
            </a:extLst>
          </p:cNvPr>
          <p:cNvSpPr>
            <a:spLocks noGrp="1"/>
          </p:cNvSpPr>
          <p:nvPr>
            <p:ph type="sldNum" sz="quarter" idx="12"/>
          </p:nvPr>
        </p:nvSpPr>
        <p:spPr/>
        <p:txBody>
          <a:bodyPr/>
          <a:lstStyle/>
          <a:p>
            <a:fld id="{55670E94-029C-4BA8-8D44-FBB339E4924F}" type="slidenum">
              <a:rPr lang="en-AU" smtClean="0">
                <a:solidFill>
                  <a:prstClr val="black">
                    <a:tint val="75000"/>
                  </a:prstClr>
                </a:solidFill>
              </a:rPr>
              <a:pPr/>
              <a:t>11</a:t>
            </a:fld>
            <a:endParaRPr lang="en-AU" dirty="0">
              <a:solidFill>
                <a:prstClr val="black">
                  <a:tint val="75000"/>
                </a:prstClr>
              </a:solidFill>
            </a:endParaRPr>
          </a:p>
        </p:txBody>
      </p:sp>
    </p:spTree>
    <p:extLst>
      <p:ext uri="{BB962C8B-B14F-4D97-AF65-F5344CB8AC3E}">
        <p14:creationId xmlns:p14="http://schemas.microsoft.com/office/powerpoint/2010/main" val="1101510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9F67F-98F5-4811-9911-FFE4F4D89067}"/>
              </a:ext>
            </a:extLst>
          </p:cNvPr>
          <p:cNvSpPr>
            <a:spLocks noGrp="1"/>
          </p:cNvSpPr>
          <p:nvPr>
            <p:ph type="title"/>
          </p:nvPr>
        </p:nvSpPr>
        <p:spPr/>
        <p:txBody>
          <a:bodyPr/>
          <a:lstStyle/>
          <a:p>
            <a:r>
              <a:rPr lang="en-AU" dirty="0"/>
              <a:t>How does the lab quiz work?       </a:t>
            </a:r>
          </a:p>
        </p:txBody>
      </p:sp>
      <p:sp>
        <p:nvSpPr>
          <p:cNvPr id="3" name="Content Placeholder 2">
            <a:extLst>
              <a:ext uri="{FF2B5EF4-FFF2-40B4-BE49-F238E27FC236}">
                <a16:creationId xmlns:a16="http://schemas.microsoft.com/office/drawing/2014/main" id="{0267A9EC-92BF-4C49-9650-2BDDD304510B}"/>
              </a:ext>
            </a:extLst>
          </p:cNvPr>
          <p:cNvSpPr>
            <a:spLocks noGrp="1"/>
          </p:cNvSpPr>
          <p:nvPr>
            <p:ph idx="1"/>
          </p:nvPr>
        </p:nvSpPr>
        <p:spPr>
          <a:xfrm>
            <a:off x="685346" y="1419622"/>
            <a:ext cx="7765322" cy="3392134"/>
          </a:xfrm>
        </p:spPr>
        <p:txBody>
          <a:bodyPr>
            <a:normAutofit/>
          </a:bodyPr>
          <a:lstStyle/>
          <a:p>
            <a:r>
              <a:rPr lang="en-AU" dirty="0"/>
              <a:t>We will be using a peer-marking system, where you will be formed into a group of 4.</a:t>
            </a:r>
          </a:p>
          <a:p>
            <a:r>
              <a:rPr lang="en-AU" dirty="0"/>
              <a:t>Marking keys will be provided.</a:t>
            </a:r>
          </a:p>
          <a:p>
            <a:r>
              <a:rPr lang="en-AU" dirty="0"/>
              <a:t>For Demo, you will be given 10~15 min slots to complete the demo.</a:t>
            </a:r>
          </a:p>
          <a:p>
            <a:r>
              <a:rPr lang="en-AU" dirty="0"/>
              <a:t>Marking keys will be provided for peer markers to use and submit the report.</a:t>
            </a:r>
          </a:p>
          <a:p>
            <a:r>
              <a:rPr lang="en-AU" dirty="0"/>
              <a:t>The peer markers will also provide feedback to the demonstrator including the mark range.</a:t>
            </a:r>
          </a:p>
          <a:p>
            <a:r>
              <a:rPr lang="en-AU" dirty="0"/>
              <a:t>Facilitators will be available for any moderations and review of the peer marking process.</a:t>
            </a:r>
          </a:p>
          <a:p>
            <a:r>
              <a:rPr lang="en-AU" dirty="0"/>
              <a:t>All submitted peer marks will be reviewed and moderated by the teaching staff, and finalised marks will be released to students.</a:t>
            </a:r>
          </a:p>
        </p:txBody>
      </p:sp>
      <p:sp>
        <p:nvSpPr>
          <p:cNvPr id="4" name="Slide Number Placeholder 3">
            <a:extLst>
              <a:ext uri="{FF2B5EF4-FFF2-40B4-BE49-F238E27FC236}">
                <a16:creationId xmlns:a16="http://schemas.microsoft.com/office/drawing/2014/main" id="{372A46DA-D476-4827-8858-6189A23BB785}"/>
              </a:ext>
            </a:extLst>
          </p:cNvPr>
          <p:cNvSpPr>
            <a:spLocks noGrp="1"/>
          </p:cNvSpPr>
          <p:nvPr>
            <p:ph type="sldNum" sz="quarter" idx="12"/>
          </p:nvPr>
        </p:nvSpPr>
        <p:spPr/>
        <p:txBody>
          <a:bodyPr/>
          <a:lstStyle/>
          <a:p>
            <a:fld id="{55670E94-029C-4BA8-8D44-FBB339E4924F}" type="slidenum">
              <a:rPr lang="en-AU" smtClean="0">
                <a:solidFill>
                  <a:prstClr val="black">
                    <a:tint val="75000"/>
                  </a:prstClr>
                </a:solidFill>
              </a:rPr>
              <a:pPr/>
              <a:t>12</a:t>
            </a:fld>
            <a:endParaRPr lang="en-AU" dirty="0">
              <a:solidFill>
                <a:prstClr val="black">
                  <a:tint val="75000"/>
                </a:prstClr>
              </a:solidFill>
            </a:endParaRPr>
          </a:p>
        </p:txBody>
      </p:sp>
    </p:spTree>
    <p:extLst>
      <p:ext uri="{BB962C8B-B14F-4D97-AF65-F5344CB8AC3E}">
        <p14:creationId xmlns:p14="http://schemas.microsoft.com/office/powerpoint/2010/main" val="1387831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9F67F-98F5-4811-9911-FFE4F4D89067}"/>
              </a:ext>
            </a:extLst>
          </p:cNvPr>
          <p:cNvSpPr>
            <a:spLocks noGrp="1"/>
          </p:cNvSpPr>
          <p:nvPr>
            <p:ph type="title"/>
          </p:nvPr>
        </p:nvSpPr>
        <p:spPr/>
        <p:txBody>
          <a:bodyPr/>
          <a:lstStyle/>
          <a:p>
            <a:r>
              <a:rPr lang="en-AU" dirty="0"/>
              <a:t>Project</a:t>
            </a:r>
          </a:p>
        </p:txBody>
      </p:sp>
      <p:sp>
        <p:nvSpPr>
          <p:cNvPr id="3" name="Content Placeholder 2">
            <a:extLst>
              <a:ext uri="{FF2B5EF4-FFF2-40B4-BE49-F238E27FC236}">
                <a16:creationId xmlns:a16="http://schemas.microsoft.com/office/drawing/2014/main" id="{0267A9EC-92BF-4C49-9650-2BDDD304510B}"/>
              </a:ext>
            </a:extLst>
          </p:cNvPr>
          <p:cNvSpPr>
            <a:spLocks noGrp="1"/>
          </p:cNvSpPr>
          <p:nvPr>
            <p:ph idx="1"/>
          </p:nvPr>
        </p:nvSpPr>
        <p:spPr>
          <a:xfrm>
            <a:off x="685346" y="1299337"/>
            <a:ext cx="8207134" cy="3044063"/>
          </a:xfrm>
        </p:spPr>
        <p:txBody>
          <a:bodyPr/>
          <a:lstStyle/>
          <a:p>
            <a:pPr lvl="1"/>
            <a:r>
              <a:rPr lang="en-AU" dirty="0"/>
              <a:t>You will form a group</a:t>
            </a:r>
          </a:p>
          <a:p>
            <a:pPr lvl="1"/>
            <a:r>
              <a:rPr lang="en-AU" dirty="0"/>
              <a:t>Part 1 (20%) : Security issues in the community (research)</a:t>
            </a:r>
          </a:p>
          <a:p>
            <a:pPr lvl="1"/>
            <a:r>
              <a:rPr lang="en-AU" dirty="0"/>
              <a:t>Part 2 (30%) : Enhancing security in the community (implementation)</a:t>
            </a:r>
          </a:p>
          <a:p>
            <a:pPr lvl="1"/>
            <a:r>
              <a:rPr lang="en-AU" dirty="0"/>
              <a:t>Part 3 (20%) : Demonstration and highlight video (communication)</a:t>
            </a:r>
          </a:p>
          <a:p>
            <a:pPr lvl="1"/>
            <a:r>
              <a:rPr lang="en-AU" dirty="0"/>
              <a:t>Part 4 (30%) : Individual contributions</a:t>
            </a:r>
          </a:p>
          <a:p>
            <a:pPr lvl="1"/>
            <a:r>
              <a:rPr lang="en-AU" dirty="0"/>
              <a:t>You will submit a final report as well as doing Demo as required. All members are expected to be present at the demo and participate.</a:t>
            </a:r>
          </a:p>
          <a:p>
            <a:pPr lvl="1"/>
            <a:endParaRPr lang="en-AU" dirty="0"/>
          </a:p>
          <a:p>
            <a:pPr lvl="1"/>
            <a:r>
              <a:rPr lang="en-AU" dirty="0"/>
              <a:t>TBC, details may be adjusted.</a:t>
            </a:r>
          </a:p>
          <a:p>
            <a:endParaRPr lang="en-AU" dirty="0"/>
          </a:p>
        </p:txBody>
      </p:sp>
      <p:sp>
        <p:nvSpPr>
          <p:cNvPr id="4" name="Slide Number Placeholder 3">
            <a:extLst>
              <a:ext uri="{FF2B5EF4-FFF2-40B4-BE49-F238E27FC236}">
                <a16:creationId xmlns:a16="http://schemas.microsoft.com/office/drawing/2014/main" id="{372A46DA-D476-4827-8858-6189A23BB785}"/>
              </a:ext>
            </a:extLst>
          </p:cNvPr>
          <p:cNvSpPr>
            <a:spLocks noGrp="1"/>
          </p:cNvSpPr>
          <p:nvPr>
            <p:ph type="sldNum" sz="quarter" idx="12"/>
          </p:nvPr>
        </p:nvSpPr>
        <p:spPr/>
        <p:txBody>
          <a:bodyPr/>
          <a:lstStyle/>
          <a:p>
            <a:fld id="{55670E94-029C-4BA8-8D44-FBB339E4924F}" type="slidenum">
              <a:rPr lang="en-AU" smtClean="0">
                <a:solidFill>
                  <a:prstClr val="black">
                    <a:tint val="75000"/>
                  </a:prstClr>
                </a:solidFill>
              </a:rPr>
              <a:pPr/>
              <a:t>13</a:t>
            </a:fld>
            <a:endParaRPr lang="en-AU" dirty="0">
              <a:solidFill>
                <a:prstClr val="black">
                  <a:tint val="75000"/>
                </a:prstClr>
              </a:solidFill>
            </a:endParaRPr>
          </a:p>
        </p:txBody>
      </p:sp>
    </p:spTree>
    <p:extLst>
      <p:ext uri="{BB962C8B-B14F-4D97-AF65-F5344CB8AC3E}">
        <p14:creationId xmlns:p14="http://schemas.microsoft.com/office/powerpoint/2010/main" val="4205479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B0E2C-6BB9-6C23-1FC6-C07CE5E9402A}"/>
              </a:ext>
            </a:extLst>
          </p:cNvPr>
          <p:cNvSpPr>
            <a:spLocks noGrp="1"/>
          </p:cNvSpPr>
          <p:nvPr>
            <p:ph type="title"/>
          </p:nvPr>
        </p:nvSpPr>
        <p:spPr/>
        <p:txBody>
          <a:bodyPr/>
          <a:lstStyle/>
          <a:p>
            <a:r>
              <a:rPr lang="en-US" dirty="0"/>
              <a:t>Portfolio</a:t>
            </a:r>
          </a:p>
        </p:txBody>
      </p:sp>
      <p:sp>
        <p:nvSpPr>
          <p:cNvPr id="3" name="Content Placeholder 2">
            <a:extLst>
              <a:ext uri="{FF2B5EF4-FFF2-40B4-BE49-F238E27FC236}">
                <a16:creationId xmlns:a16="http://schemas.microsoft.com/office/drawing/2014/main" id="{4F9C3DF3-E4BA-9F7A-72EC-6B8C2F6941D1}"/>
              </a:ext>
            </a:extLst>
          </p:cNvPr>
          <p:cNvSpPr>
            <a:spLocks noGrp="1"/>
          </p:cNvSpPr>
          <p:nvPr>
            <p:ph idx="1"/>
          </p:nvPr>
        </p:nvSpPr>
        <p:spPr/>
        <p:txBody>
          <a:bodyPr/>
          <a:lstStyle/>
          <a:p>
            <a:r>
              <a:rPr lang="en-US" dirty="0"/>
              <a:t>You are given a list of tasks to complete over the semester.</a:t>
            </a:r>
          </a:p>
          <a:p>
            <a:r>
              <a:rPr lang="en-US" dirty="0"/>
              <a:t>Keep track of your activities and completed tasks to create a portfolio.</a:t>
            </a:r>
          </a:p>
          <a:p>
            <a:r>
              <a:rPr lang="en-US" dirty="0"/>
              <a:t>Submit the portfolio in week 6 and in week 12. </a:t>
            </a:r>
          </a:p>
          <a:p>
            <a:pPr lvl="1"/>
            <a:r>
              <a:rPr lang="en-US" dirty="0"/>
              <a:t>There will be a set of tasks (easier ones) to be completed by the week 6 submission.</a:t>
            </a:r>
          </a:p>
          <a:p>
            <a:pPr lvl="1"/>
            <a:r>
              <a:rPr lang="en-US" dirty="0"/>
              <a:t>The remaining tasks (harder ones) are to be submitted by the week 12 submission.</a:t>
            </a:r>
          </a:p>
          <a:p>
            <a:pPr lvl="1"/>
            <a:r>
              <a:rPr lang="en-US" dirty="0"/>
              <a:t>You can start early on all tasks regardless of the deadline.</a:t>
            </a:r>
          </a:p>
        </p:txBody>
      </p:sp>
      <p:sp>
        <p:nvSpPr>
          <p:cNvPr id="4" name="Slide Number Placeholder 3">
            <a:extLst>
              <a:ext uri="{FF2B5EF4-FFF2-40B4-BE49-F238E27FC236}">
                <a16:creationId xmlns:a16="http://schemas.microsoft.com/office/drawing/2014/main" id="{313DF53D-6595-51D1-2A13-13369FC07E8A}"/>
              </a:ext>
            </a:extLst>
          </p:cNvPr>
          <p:cNvSpPr>
            <a:spLocks noGrp="1"/>
          </p:cNvSpPr>
          <p:nvPr>
            <p:ph type="sldNum" sz="quarter" idx="12"/>
          </p:nvPr>
        </p:nvSpPr>
        <p:spPr/>
        <p:txBody>
          <a:bodyPr/>
          <a:lstStyle/>
          <a:p>
            <a:fld id="{55670E94-029C-4BA8-8D44-FBB339E4924F}" type="slidenum">
              <a:rPr lang="en-AU" smtClean="0">
                <a:solidFill>
                  <a:prstClr val="black">
                    <a:tint val="75000"/>
                  </a:prstClr>
                </a:solidFill>
              </a:rPr>
              <a:pPr/>
              <a:t>14</a:t>
            </a:fld>
            <a:endParaRPr lang="en-AU" dirty="0">
              <a:solidFill>
                <a:prstClr val="black">
                  <a:tint val="75000"/>
                </a:prstClr>
              </a:solidFill>
            </a:endParaRPr>
          </a:p>
        </p:txBody>
      </p:sp>
    </p:spTree>
    <p:extLst>
      <p:ext uri="{BB962C8B-B14F-4D97-AF65-F5344CB8AC3E}">
        <p14:creationId xmlns:p14="http://schemas.microsoft.com/office/powerpoint/2010/main" val="303203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5D226-7C55-4AD8-9718-39DF3C4C2110}"/>
              </a:ext>
            </a:extLst>
          </p:cNvPr>
          <p:cNvSpPr>
            <a:spLocks noGrp="1"/>
          </p:cNvSpPr>
          <p:nvPr>
            <p:ph type="title"/>
          </p:nvPr>
        </p:nvSpPr>
        <p:spPr/>
        <p:txBody>
          <a:bodyPr/>
          <a:lstStyle/>
          <a:p>
            <a:r>
              <a:rPr lang="en-AU" dirty="0"/>
              <a:t>Prerequisites and recommendations</a:t>
            </a:r>
          </a:p>
        </p:txBody>
      </p:sp>
      <p:sp>
        <p:nvSpPr>
          <p:cNvPr id="3" name="Content Placeholder 2">
            <a:extLst>
              <a:ext uri="{FF2B5EF4-FFF2-40B4-BE49-F238E27FC236}">
                <a16:creationId xmlns:a16="http://schemas.microsoft.com/office/drawing/2014/main" id="{5F30E593-41F3-4DA7-BEA5-9BA70372E324}"/>
              </a:ext>
            </a:extLst>
          </p:cNvPr>
          <p:cNvSpPr>
            <a:spLocks noGrp="1"/>
          </p:cNvSpPr>
          <p:nvPr>
            <p:ph idx="1"/>
          </p:nvPr>
        </p:nvSpPr>
        <p:spPr/>
        <p:txBody>
          <a:bodyPr>
            <a:normAutofit/>
          </a:bodyPr>
          <a:lstStyle/>
          <a:p>
            <a:pPr>
              <a:buFont typeface="Arial" panose="020B0604020202020204" pitchFamily="34" charset="0"/>
              <a:buChar char="•"/>
            </a:pPr>
            <a:r>
              <a:rPr lang="en-AU" b="0" i="0" u="none" strike="noStrike" dirty="0">
                <a:solidFill>
                  <a:srgbClr val="FFFFFF"/>
                </a:solidFill>
                <a:effectLst/>
              </a:rPr>
              <a:t>Prerequisites: CITS1003 and CITS1401 (or their equivalents)</a:t>
            </a:r>
            <a:endParaRPr lang="en-AU" dirty="0"/>
          </a:p>
          <a:p>
            <a:pPr>
              <a:buFont typeface="Arial" panose="020B0604020202020204" pitchFamily="34" charset="0"/>
              <a:buChar char="•"/>
            </a:pPr>
            <a:r>
              <a:rPr lang="en-AU" b="0" i="0" u="none" strike="noStrike" dirty="0">
                <a:solidFill>
                  <a:srgbClr val="FFFFFF"/>
                </a:solidFill>
                <a:effectLst/>
              </a:rPr>
              <a:t>You will need to be familiar with Linux</a:t>
            </a:r>
          </a:p>
          <a:p>
            <a:pPr>
              <a:buFont typeface="Arial" panose="020B0604020202020204" pitchFamily="34" charset="0"/>
              <a:buChar char="•"/>
            </a:pPr>
            <a:r>
              <a:rPr lang="en-AU" b="0" i="0" u="none" strike="noStrike" dirty="0">
                <a:solidFill>
                  <a:srgbClr val="FFFFFF"/>
                </a:solidFill>
                <a:effectLst/>
              </a:rPr>
              <a:t>You will also need to study a bit about basic computer networking</a:t>
            </a:r>
          </a:p>
          <a:p>
            <a:pPr lvl="1">
              <a:buFont typeface="Arial" panose="020B0604020202020204" pitchFamily="34" charset="0"/>
              <a:buChar char="•"/>
            </a:pPr>
            <a:r>
              <a:rPr lang="en-AU" dirty="0">
                <a:solidFill>
                  <a:srgbClr val="FFFFFF"/>
                </a:solidFill>
                <a:effectLst/>
              </a:rPr>
              <a:t>Lab 0 will cover Linux and basic networking so don't panic.</a:t>
            </a:r>
            <a:endParaRPr lang="en-AU" dirty="0"/>
          </a:p>
          <a:p>
            <a:pPr>
              <a:buFont typeface="Arial" panose="020B0604020202020204" pitchFamily="34" charset="0"/>
              <a:buChar char="•"/>
            </a:pPr>
            <a:r>
              <a:rPr lang="en-AU" b="0" i="0" u="none" strike="noStrike" dirty="0">
                <a:solidFill>
                  <a:srgbClr val="FFFFFF"/>
                </a:solidFill>
                <a:effectLst/>
              </a:rPr>
              <a:t>You may also use other programming languages other than Python as necessary.</a:t>
            </a:r>
          </a:p>
          <a:p>
            <a:pPr lvl="1">
              <a:buFont typeface="Arial" panose="020B0604020202020204" pitchFamily="34" charset="0"/>
              <a:buChar char="•"/>
            </a:pPr>
            <a:r>
              <a:rPr lang="en-AU" dirty="0">
                <a:solidFill>
                  <a:srgbClr val="FFFFFF"/>
                </a:solidFill>
                <a:effectLst/>
              </a:rPr>
              <a:t>But we'll keep this to minimal.</a:t>
            </a:r>
            <a:endParaRPr lang="en-AU" dirty="0"/>
          </a:p>
          <a:p>
            <a:pPr>
              <a:buFont typeface="Arial" panose="020B0604020202020204" pitchFamily="34" charset="0"/>
              <a:buChar char="•"/>
            </a:pPr>
            <a:r>
              <a:rPr lang="en-AU" b="0" i="0" u="none" strike="noStrike" dirty="0">
                <a:solidFill>
                  <a:srgbClr val="FFFFFF"/>
                </a:solidFill>
                <a:effectLst/>
              </a:rPr>
              <a:t>You should also be familiar with basic discrete mathematics and number theory.</a:t>
            </a:r>
            <a:endParaRPr lang="en-AU" dirty="0"/>
          </a:p>
          <a:p>
            <a:endParaRPr lang="en-AU" dirty="0"/>
          </a:p>
        </p:txBody>
      </p:sp>
      <p:sp>
        <p:nvSpPr>
          <p:cNvPr id="4" name="Slide Number Placeholder 3">
            <a:extLst>
              <a:ext uri="{FF2B5EF4-FFF2-40B4-BE49-F238E27FC236}">
                <a16:creationId xmlns:a16="http://schemas.microsoft.com/office/drawing/2014/main" id="{ABAC2A89-20A1-4879-9B67-54BA2A674532}"/>
              </a:ext>
            </a:extLst>
          </p:cNvPr>
          <p:cNvSpPr>
            <a:spLocks noGrp="1"/>
          </p:cNvSpPr>
          <p:nvPr>
            <p:ph type="sldNum" sz="quarter" idx="12"/>
          </p:nvPr>
        </p:nvSpPr>
        <p:spPr/>
        <p:txBody>
          <a:bodyPr/>
          <a:lstStyle/>
          <a:p>
            <a:fld id="{55670E94-029C-4BA8-8D44-FBB339E4924F}" type="slidenum">
              <a:rPr lang="en-AU" smtClean="0">
                <a:solidFill>
                  <a:prstClr val="black">
                    <a:tint val="75000"/>
                  </a:prstClr>
                </a:solidFill>
              </a:rPr>
              <a:pPr/>
              <a:t>15</a:t>
            </a:fld>
            <a:endParaRPr lang="en-AU" dirty="0">
              <a:solidFill>
                <a:prstClr val="black">
                  <a:tint val="75000"/>
                </a:prstClr>
              </a:solidFill>
            </a:endParaRPr>
          </a:p>
        </p:txBody>
      </p:sp>
    </p:spTree>
    <p:extLst>
      <p:ext uri="{BB962C8B-B14F-4D97-AF65-F5344CB8AC3E}">
        <p14:creationId xmlns:p14="http://schemas.microsoft.com/office/powerpoint/2010/main" val="2214082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2E5E9-CBD1-49E0-AC47-530A3BC2CB35}"/>
              </a:ext>
            </a:extLst>
          </p:cNvPr>
          <p:cNvSpPr>
            <a:spLocks noGrp="1"/>
          </p:cNvSpPr>
          <p:nvPr>
            <p:ph type="title"/>
          </p:nvPr>
        </p:nvSpPr>
        <p:spPr/>
        <p:txBody>
          <a:bodyPr/>
          <a:lstStyle/>
          <a:p>
            <a:r>
              <a:rPr lang="en-AU" dirty="0"/>
              <a:t>Please note</a:t>
            </a:r>
          </a:p>
        </p:txBody>
      </p:sp>
      <p:sp>
        <p:nvSpPr>
          <p:cNvPr id="3" name="Content Placeholder 2">
            <a:extLst>
              <a:ext uri="{FF2B5EF4-FFF2-40B4-BE49-F238E27FC236}">
                <a16:creationId xmlns:a16="http://schemas.microsoft.com/office/drawing/2014/main" id="{3EFF38BE-860A-4F75-85BE-75444DEE5BAC}"/>
              </a:ext>
            </a:extLst>
          </p:cNvPr>
          <p:cNvSpPr>
            <a:spLocks noGrp="1"/>
          </p:cNvSpPr>
          <p:nvPr>
            <p:ph idx="1"/>
          </p:nvPr>
        </p:nvSpPr>
        <p:spPr/>
        <p:txBody>
          <a:bodyPr/>
          <a:lstStyle/>
          <a:p>
            <a:pPr>
              <a:buFont typeface="Arial" panose="020B0604020202020204" pitchFamily="34" charset="0"/>
              <a:buChar char="•"/>
            </a:pPr>
            <a:r>
              <a:rPr lang="en-AU" b="0" i="0" u="none" strike="noStrike" dirty="0">
                <a:solidFill>
                  <a:srgbClr val="FFFFFF"/>
                </a:solidFill>
                <a:effectLst/>
              </a:rPr>
              <a:t>Lectures provide </a:t>
            </a:r>
            <a:r>
              <a:rPr lang="en-AU" b="1" i="0" u="none" strike="noStrike" dirty="0">
                <a:solidFill>
                  <a:srgbClr val="FFFFFF"/>
                </a:solidFill>
                <a:effectLst/>
              </a:rPr>
              <a:t>theoretical</a:t>
            </a:r>
            <a:r>
              <a:rPr lang="en-AU" b="0" i="0" u="none" strike="noStrike" dirty="0">
                <a:solidFill>
                  <a:srgbClr val="FFFFFF"/>
                </a:solidFill>
                <a:effectLst/>
              </a:rPr>
              <a:t> and </a:t>
            </a:r>
            <a:r>
              <a:rPr lang="en-AU" b="1" i="0" u="none" strike="noStrike" dirty="0">
                <a:solidFill>
                  <a:srgbClr val="FFFFFF"/>
                </a:solidFill>
                <a:effectLst/>
              </a:rPr>
              <a:t>conceptual</a:t>
            </a:r>
            <a:r>
              <a:rPr lang="en-AU" b="0" i="0" u="none" strike="noStrike" dirty="0">
                <a:solidFill>
                  <a:srgbClr val="FFFFFF"/>
                </a:solidFill>
                <a:effectLst/>
              </a:rPr>
              <a:t> understandings of the topics presented</a:t>
            </a:r>
          </a:p>
          <a:p>
            <a:pPr lvl="1">
              <a:buFont typeface="Arial" panose="020B0604020202020204" pitchFamily="34" charset="0"/>
              <a:buChar char="•"/>
            </a:pPr>
            <a:r>
              <a:rPr lang="en-AU" dirty="0">
                <a:solidFill>
                  <a:srgbClr val="FFFFFF"/>
                </a:solidFill>
                <a:effectLst/>
              </a:rPr>
              <a:t>But we will also do some practicals in the lectures as applicable</a:t>
            </a:r>
          </a:p>
          <a:p>
            <a:pPr lvl="1">
              <a:buFont typeface="Arial" panose="020B0604020202020204" pitchFamily="34" charset="0"/>
              <a:buChar char="•"/>
            </a:pPr>
            <a:r>
              <a:rPr lang="en-AU" b="0" i="0" u="none" strike="noStrike" dirty="0">
                <a:solidFill>
                  <a:srgbClr val="FFFFFF"/>
                </a:solidFill>
                <a:effectLst/>
              </a:rPr>
              <a:t>So, you should bring your laptop if you want to try them in class as well</a:t>
            </a:r>
          </a:p>
          <a:p>
            <a:pPr>
              <a:buFont typeface="Arial" panose="020B0604020202020204" pitchFamily="34" charset="0"/>
              <a:buChar char="•"/>
            </a:pPr>
            <a:r>
              <a:rPr lang="en-AU" dirty="0">
                <a:solidFill>
                  <a:srgbClr val="FFFFFF"/>
                </a:solidFill>
                <a:effectLst/>
              </a:rPr>
              <a:t>Labs, portfolio tasks and the project provide </a:t>
            </a:r>
            <a:r>
              <a:rPr lang="en-AU" b="1" dirty="0">
                <a:solidFill>
                  <a:srgbClr val="FFFFFF"/>
                </a:solidFill>
                <a:effectLst/>
              </a:rPr>
              <a:t>practical skills</a:t>
            </a:r>
            <a:r>
              <a:rPr lang="en-AU" dirty="0">
                <a:solidFill>
                  <a:srgbClr val="FFFFFF"/>
                </a:solidFill>
                <a:effectLst/>
              </a:rPr>
              <a:t> of the topics presented</a:t>
            </a:r>
          </a:p>
          <a:p>
            <a:pPr>
              <a:buFont typeface="Arial" panose="020B0604020202020204" pitchFamily="34" charset="0"/>
              <a:buChar char="•"/>
            </a:pPr>
            <a:r>
              <a:rPr lang="en-AU" dirty="0">
                <a:solidFill>
                  <a:srgbClr val="FFFFFF"/>
                </a:solidFill>
                <a:effectLst/>
              </a:rPr>
              <a:t>The contents in Lectures, labs, portfolio tasks and the project will be related, but they are all </a:t>
            </a:r>
            <a:r>
              <a:rPr lang="en-AU" b="1" dirty="0">
                <a:solidFill>
                  <a:srgbClr val="FF0000"/>
                </a:solidFill>
                <a:effectLst/>
              </a:rPr>
              <a:t>INDEPENDENT</a:t>
            </a:r>
            <a:r>
              <a:rPr lang="en-AU" dirty="0">
                <a:solidFill>
                  <a:srgbClr val="FFFFFF"/>
                </a:solidFill>
                <a:effectLst/>
              </a:rPr>
              <a:t> learning materials</a:t>
            </a:r>
          </a:p>
          <a:p>
            <a:pPr lvl="1">
              <a:buFont typeface="Arial" panose="020B0604020202020204" pitchFamily="34" charset="0"/>
              <a:buChar char="•"/>
            </a:pPr>
            <a:r>
              <a:rPr lang="en-AU" dirty="0">
                <a:solidFill>
                  <a:srgbClr val="FFFFFF"/>
                </a:solidFill>
                <a:effectLst/>
              </a:rPr>
              <a:t>i.e., you will be learning new things in each lecture, lab, portfolio task </a:t>
            </a:r>
            <a:r>
              <a:rPr lang="en-AU">
                <a:solidFill>
                  <a:srgbClr val="FFFFFF"/>
                </a:solidFill>
                <a:effectLst/>
              </a:rPr>
              <a:t>and the project</a:t>
            </a:r>
            <a:r>
              <a:rPr lang="en-AU" dirty="0">
                <a:solidFill>
                  <a:srgbClr val="FFFFFF"/>
                </a:solidFill>
                <a:effectLst/>
              </a:rPr>
              <a:t>.</a:t>
            </a:r>
          </a:p>
          <a:p>
            <a:pPr>
              <a:buFont typeface="Arial" panose="020B0604020202020204" pitchFamily="34" charset="0"/>
              <a:buChar char="•"/>
            </a:pPr>
            <a:endParaRPr lang="en-AU" dirty="0"/>
          </a:p>
        </p:txBody>
      </p:sp>
      <p:sp>
        <p:nvSpPr>
          <p:cNvPr id="4" name="Slide Number Placeholder 3">
            <a:extLst>
              <a:ext uri="{FF2B5EF4-FFF2-40B4-BE49-F238E27FC236}">
                <a16:creationId xmlns:a16="http://schemas.microsoft.com/office/drawing/2014/main" id="{1321A670-99EE-419E-A9E4-5AB3F20BADF1}"/>
              </a:ext>
            </a:extLst>
          </p:cNvPr>
          <p:cNvSpPr>
            <a:spLocks noGrp="1"/>
          </p:cNvSpPr>
          <p:nvPr>
            <p:ph type="sldNum" sz="quarter" idx="12"/>
          </p:nvPr>
        </p:nvSpPr>
        <p:spPr/>
        <p:txBody>
          <a:bodyPr/>
          <a:lstStyle/>
          <a:p>
            <a:fld id="{55670E94-029C-4BA8-8D44-FBB339E4924F}" type="slidenum">
              <a:rPr lang="en-AU" smtClean="0">
                <a:solidFill>
                  <a:prstClr val="black">
                    <a:tint val="75000"/>
                  </a:prstClr>
                </a:solidFill>
              </a:rPr>
              <a:pPr/>
              <a:t>16</a:t>
            </a:fld>
            <a:endParaRPr lang="en-AU" dirty="0">
              <a:solidFill>
                <a:prstClr val="black">
                  <a:tint val="75000"/>
                </a:prstClr>
              </a:solidFill>
            </a:endParaRPr>
          </a:p>
        </p:txBody>
      </p:sp>
    </p:spTree>
    <p:extLst>
      <p:ext uri="{BB962C8B-B14F-4D97-AF65-F5344CB8AC3E}">
        <p14:creationId xmlns:p14="http://schemas.microsoft.com/office/powerpoint/2010/main" val="269661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a:t>Copyright notice</a:t>
            </a:r>
            <a:endParaRPr lang="en-AU" dirty="0"/>
          </a:p>
        </p:txBody>
      </p:sp>
      <p:sp>
        <p:nvSpPr>
          <p:cNvPr id="2" name="Content Placeholder 1">
            <a:extLst>
              <a:ext uri="{FF2B5EF4-FFF2-40B4-BE49-F238E27FC236}">
                <a16:creationId xmlns:a16="http://schemas.microsoft.com/office/drawing/2014/main" id="{75A042B4-6EB2-4F38-8355-D92C4E4A5EF9}"/>
              </a:ext>
            </a:extLst>
          </p:cNvPr>
          <p:cNvSpPr>
            <a:spLocks noGrp="1"/>
          </p:cNvSpPr>
          <p:nvPr>
            <p:ph idx="1"/>
          </p:nvPr>
        </p:nvSpPr>
        <p:spPr>
          <a:xfrm>
            <a:off x="685346" y="1557337"/>
            <a:ext cx="7765322" cy="3265748"/>
          </a:xfrm>
        </p:spPr>
        <p:txBody>
          <a:bodyPr>
            <a:normAutofit fontScale="77500" lnSpcReduction="20000"/>
          </a:bodyPr>
          <a:lstStyle/>
          <a:p>
            <a:pPr marL="27675" indent="0" algn="ctr">
              <a:buNone/>
            </a:pPr>
            <a:r>
              <a:rPr lang="en-AU" sz="3000" b="1" dirty="0">
                <a:latin typeface="Arial" panose="020B0604020202020204" pitchFamily="34" charset="0"/>
                <a:cs typeface="Arial" panose="020B0604020202020204" pitchFamily="34" charset="0"/>
              </a:rPr>
              <a:t>Commonwealth of Australia</a:t>
            </a:r>
          </a:p>
          <a:p>
            <a:pPr marL="27675" indent="0" algn="ctr">
              <a:buNone/>
            </a:pPr>
            <a:endParaRPr lang="en-AU" dirty="0">
              <a:latin typeface="Arial" panose="020B0604020202020204" pitchFamily="34" charset="0"/>
              <a:cs typeface="Arial" panose="020B0604020202020204" pitchFamily="34" charset="0"/>
            </a:endParaRPr>
          </a:p>
          <a:p>
            <a:pPr marL="27675" indent="0" algn="ctr">
              <a:buNone/>
            </a:pPr>
            <a:r>
              <a:rPr lang="en-AU" dirty="0">
                <a:latin typeface="Arial" panose="020B0604020202020204" pitchFamily="34" charset="0"/>
                <a:cs typeface="Arial" panose="020B0604020202020204" pitchFamily="34" charset="0"/>
              </a:rPr>
              <a:t>Copyright Regulations 1969</a:t>
            </a:r>
          </a:p>
          <a:p>
            <a:pPr marL="27675" indent="0" algn="ctr">
              <a:buNone/>
            </a:pPr>
            <a:endParaRPr lang="en-AU" dirty="0">
              <a:latin typeface="Arial" panose="020B0604020202020204" pitchFamily="34" charset="0"/>
              <a:cs typeface="Arial" panose="020B0604020202020204" pitchFamily="34" charset="0"/>
            </a:endParaRPr>
          </a:p>
          <a:p>
            <a:pPr marL="27675" indent="0" algn="ctr">
              <a:buNone/>
            </a:pPr>
            <a:r>
              <a:rPr lang="en-AU" dirty="0">
                <a:latin typeface="Arial" panose="020B0604020202020204" pitchFamily="34" charset="0"/>
                <a:cs typeface="Arial" panose="020B0604020202020204" pitchFamily="34" charset="0"/>
              </a:rPr>
              <a:t>WARNING</a:t>
            </a:r>
          </a:p>
          <a:p>
            <a:pPr marL="27675" indent="0" algn="ctr">
              <a:buNone/>
            </a:pPr>
            <a:endParaRPr lang="en-AU" sz="1800" dirty="0">
              <a:latin typeface="Arial" panose="020B0604020202020204" pitchFamily="34" charset="0"/>
              <a:cs typeface="Arial" panose="020B0604020202020204" pitchFamily="34" charset="0"/>
            </a:endParaRPr>
          </a:p>
          <a:p>
            <a:pPr marL="27675" indent="0">
              <a:buNone/>
            </a:pPr>
            <a:r>
              <a:rPr lang="en-AU" sz="1800" dirty="0">
                <a:latin typeface="Arial" panose="020B0604020202020204" pitchFamily="34" charset="0"/>
                <a:cs typeface="Arial" panose="020B0604020202020204" pitchFamily="34" charset="0"/>
              </a:rPr>
              <a:t>Materials in this unit (CITS3006 – Penetration Testing) have been reproduced and communicated to you by or on behalf of The University of Western Australia pursuant to Part VB of the </a:t>
            </a:r>
            <a:r>
              <a:rPr lang="en-AU" sz="1800" i="1" dirty="0">
                <a:latin typeface="Arial" panose="020B0604020202020204" pitchFamily="34" charset="0"/>
                <a:cs typeface="Arial" panose="020B0604020202020204" pitchFamily="34" charset="0"/>
              </a:rPr>
              <a:t>Copyright Act</a:t>
            </a:r>
            <a:r>
              <a:rPr lang="en-AU" sz="1800" dirty="0">
                <a:latin typeface="Arial" panose="020B0604020202020204" pitchFamily="34" charset="0"/>
                <a:cs typeface="Arial" panose="020B0604020202020204" pitchFamily="34" charset="0"/>
              </a:rPr>
              <a:t>1968 (</a:t>
            </a:r>
            <a:r>
              <a:rPr lang="en-AU" sz="1800" b="1" dirty="0">
                <a:latin typeface="Arial" panose="020B0604020202020204" pitchFamily="34" charset="0"/>
                <a:cs typeface="Arial" panose="020B0604020202020204" pitchFamily="34" charset="0"/>
              </a:rPr>
              <a:t>the Act</a:t>
            </a:r>
            <a:r>
              <a:rPr lang="en-AU" sz="1800" dirty="0">
                <a:latin typeface="Arial" panose="020B0604020202020204" pitchFamily="34" charset="0"/>
                <a:cs typeface="Arial" panose="020B0604020202020204" pitchFamily="34" charset="0"/>
              </a:rPr>
              <a:t>).</a:t>
            </a:r>
          </a:p>
          <a:p>
            <a:pPr marL="27675" indent="0">
              <a:buNone/>
            </a:pPr>
            <a:endParaRPr lang="en-AU" sz="1800" dirty="0">
              <a:latin typeface="Arial" panose="020B0604020202020204" pitchFamily="34" charset="0"/>
              <a:cs typeface="Arial" panose="020B0604020202020204" pitchFamily="34" charset="0"/>
            </a:endParaRPr>
          </a:p>
          <a:p>
            <a:pPr marL="27675" indent="0">
              <a:buNone/>
            </a:pPr>
            <a:r>
              <a:rPr lang="en-AU" sz="1800" dirty="0">
                <a:latin typeface="Arial" panose="020B0604020202020204" pitchFamily="34" charset="0"/>
                <a:cs typeface="Arial" panose="020B0604020202020204" pitchFamily="34" charset="0"/>
              </a:rPr>
              <a:t>The material in this communication may be subject to copyright under the Act. Any further reproduction or communication of this material by you may be the subject of copyright protection under the Act.</a:t>
            </a:r>
          </a:p>
          <a:p>
            <a:pPr marL="27675" indent="0">
              <a:buNone/>
            </a:pPr>
            <a:endParaRPr lang="en-AU" dirty="0"/>
          </a:p>
        </p:txBody>
      </p:sp>
    </p:spTree>
    <p:extLst>
      <p:ext uri="{BB962C8B-B14F-4D97-AF65-F5344CB8AC3E}">
        <p14:creationId xmlns:p14="http://schemas.microsoft.com/office/powerpoint/2010/main" val="23075882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3.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UWA"/>
        <a:ea typeface="UWA"/>
        <a:cs typeface="UWA"/>
      </a:majorFont>
      <a:minorFont>
        <a:latin typeface="Source Sans Pro"/>
        <a:ea typeface="Source Sans Pro"/>
        <a:cs typeface="Source Sans Pro"/>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0800" dist="25400" dir="5400000" rotWithShape="0">
              <a:srgbClr val="000000">
                <a:alpha val="50000"/>
              </a:srgbClr>
            </a:outerShdw>
          </a:effectLst>
        </a:effectStyle>
        <a:effectStyle>
          <a:effectLst>
            <a:outerShdw blurRad="63500" dist="12700" rotWithShape="0">
              <a:srgbClr val="000000">
                <a:alpha val="50000"/>
              </a:srgbClr>
            </a:outerShdw>
          </a:effectLst>
        </a:effectStyle>
        <a:effectStyle>
          <a:effectLst>
            <a:outerShdw blurRad="508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50800" dist="25400" dir="5400000" rotWithShape="0">
            <a:srgbClr val="000000">
              <a:alpha val="50000"/>
            </a:srgbClr>
          </a:outerShdw>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Security Awareness Presentation-DRAFT2.pptx" id="{C387241C-F3F1-442C-9F0C-AC557B6823EC}" vid="{23B6DA98-2A6C-4943-A18C-6564AB795B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curity Awareness Presentation-DRAFT2.pptx" id="{C387241C-F3F1-442C-9F0C-AC557B6823EC}" vid="{5140B518-C39B-4707-A702-D69E250B425B}"/>
    </a:ext>
  </a:extLst>
</a:theme>
</file>

<file path=ppt/theme/theme3.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94887</TotalTime>
  <Words>1169</Words>
  <Application>Microsoft Office PowerPoint</Application>
  <PresentationFormat>On-screen Show (16:9)</PresentationFormat>
  <Paragraphs>225</Paragraphs>
  <Slides>17</Slides>
  <Notes>2</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17</vt:i4>
      </vt:variant>
    </vt:vector>
  </HeadingPairs>
  <TitlesOfParts>
    <vt:vector size="29" baseType="lpstr">
      <vt:lpstr>Helvetica Light</vt:lpstr>
      <vt:lpstr>UWA</vt:lpstr>
      <vt:lpstr>Arial</vt:lpstr>
      <vt:lpstr>Arial Black</vt:lpstr>
      <vt:lpstr>Calibri</vt:lpstr>
      <vt:lpstr>Calisto MT</vt:lpstr>
      <vt:lpstr>Source Sans Pro</vt:lpstr>
      <vt:lpstr>Times New Roman</vt:lpstr>
      <vt:lpstr>Wingdings 2</vt:lpstr>
      <vt:lpstr>White</vt:lpstr>
      <vt:lpstr>Office Theme</vt:lpstr>
      <vt:lpstr>Slate</vt:lpstr>
      <vt:lpstr>1a. Introduction</vt:lpstr>
      <vt:lpstr>1a. Introduction: outline</vt:lpstr>
      <vt:lpstr>KineticIT Prize</vt:lpstr>
      <vt:lpstr>Team</vt:lpstr>
      <vt:lpstr>Emergency</vt:lpstr>
      <vt:lpstr>Location</vt:lpstr>
      <vt:lpstr>Location</vt:lpstr>
      <vt:lpstr>Schedule overview: Term 1</vt:lpstr>
      <vt:lpstr>Schedule overview: Term 2</vt:lpstr>
      <vt:lpstr>Assessments</vt:lpstr>
      <vt:lpstr>How does the lab quiz work?       </vt:lpstr>
      <vt:lpstr>How does the lab quiz work?       </vt:lpstr>
      <vt:lpstr>Project</vt:lpstr>
      <vt:lpstr>Portfolio</vt:lpstr>
      <vt:lpstr>Prerequisites and recommendations</vt:lpstr>
      <vt:lpstr>Please note</vt:lpstr>
      <vt:lpstr>Copyright notice</vt:lpstr>
    </vt:vector>
  </TitlesOfParts>
  <Company>The University of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Jin Hong</dc:creator>
  <cp:lastModifiedBy>garrison gao</cp:lastModifiedBy>
  <cp:revision>366</cp:revision>
  <dcterms:created xsi:type="dcterms:W3CDTF">2018-02-22T04:53:10Z</dcterms:created>
  <dcterms:modified xsi:type="dcterms:W3CDTF">2026-02-20T04:05:00Z</dcterms:modified>
</cp:coreProperties>
</file>